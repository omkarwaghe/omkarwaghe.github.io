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7591" r:id="rId4"/>
  </p:sldMasterIdLst>
  <p:notesMasterIdLst>
    <p:notesMasterId r:id="rId42"/>
  </p:notesMasterIdLst>
  <p:handoutMasterIdLst>
    <p:handoutMasterId r:id="rId43"/>
  </p:handoutMasterIdLst>
  <p:sldIdLst>
    <p:sldId id="1343" r:id="rId5"/>
    <p:sldId id="1269" r:id="rId6"/>
    <p:sldId id="1280" r:id="rId7"/>
    <p:sldId id="1281" r:id="rId8"/>
    <p:sldId id="1282" r:id="rId9"/>
    <p:sldId id="1283" r:id="rId10"/>
    <p:sldId id="1287" r:id="rId11"/>
    <p:sldId id="1340" r:id="rId12"/>
    <p:sldId id="1341" r:id="rId13"/>
    <p:sldId id="1342" r:id="rId14"/>
    <p:sldId id="1305" r:id="rId15"/>
    <p:sldId id="1337" r:id="rId16"/>
    <p:sldId id="1339" r:id="rId17"/>
    <p:sldId id="1306" r:id="rId18"/>
    <p:sldId id="1307" r:id="rId19"/>
    <p:sldId id="1308" r:id="rId20"/>
    <p:sldId id="1309" r:id="rId21"/>
    <p:sldId id="1310" r:id="rId22"/>
    <p:sldId id="1311" r:id="rId23"/>
    <p:sldId id="1312" r:id="rId24"/>
    <p:sldId id="1313" r:id="rId25"/>
    <p:sldId id="1314" r:id="rId26"/>
    <p:sldId id="1315" r:id="rId27"/>
    <p:sldId id="1316" r:id="rId28"/>
    <p:sldId id="1317" r:id="rId29"/>
    <p:sldId id="1318" r:id="rId30"/>
    <p:sldId id="1319" r:id="rId31"/>
    <p:sldId id="1320" r:id="rId32"/>
    <p:sldId id="1321" r:id="rId33"/>
    <p:sldId id="1322" r:id="rId34"/>
    <p:sldId id="1327" r:id="rId35"/>
    <p:sldId id="1328" r:id="rId36"/>
    <p:sldId id="1329" r:id="rId37"/>
    <p:sldId id="1330" r:id="rId38"/>
    <p:sldId id="1336" r:id="rId39"/>
    <p:sldId id="1333" r:id="rId40"/>
    <p:sldId id="1334" r:id="rId41"/>
  </p:sldIdLst>
  <p:sldSz cx="12188825" cy="6858000"/>
  <p:notesSz cx="7315200" cy="96012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akarn Rienthong" initials="OR" lastIdx="6" clrIdx="0">
    <p:extLst>
      <p:ext uri="{19B8F6BF-5375-455C-9EA6-DF929625EA0E}">
        <p15:presenceInfo xmlns:p15="http://schemas.microsoft.com/office/powerpoint/2012/main" userId="025c8a3567f05cf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841A8"/>
    <a:srgbClr val="CC0000"/>
    <a:srgbClr val="E2F2F6"/>
    <a:srgbClr val="C1E5ED"/>
    <a:srgbClr val="16DBEA"/>
    <a:srgbClr val="5F5F5F"/>
    <a:srgbClr val="DBE1E4"/>
    <a:srgbClr val="4E7DB0"/>
    <a:srgbClr val="EE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914CA2-4F79-43D5-B468-F62A50F21D33}" v="6" dt="2023-04-26T11:06:06.304"/>
  </p1510:revLst>
</p1510:revInfo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55" autoAdjust="0"/>
    <p:restoredTop sz="93913" autoAdjust="0"/>
  </p:normalViewPr>
  <p:slideViewPr>
    <p:cSldViewPr>
      <p:cViewPr varScale="1">
        <p:scale>
          <a:sx n="60" d="100"/>
          <a:sy n="60" d="100"/>
        </p:scale>
        <p:origin x="876" y="108"/>
      </p:cViewPr>
      <p:guideLst>
        <p:guide orient="horz" pos="2160"/>
        <p:guide pos="3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636" y="2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tha kasi Viswanadh" userId="65574f05-85aa-48e7-acdf-150602ae9972" providerId="ADAL" clId="{79914CA2-4F79-43D5-B468-F62A50F21D33}"/>
    <pc:docChg chg="undo custSel addSld delSld modSld sldOrd">
      <pc:chgData name="Kotha kasi Viswanadh" userId="65574f05-85aa-48e7-acdf-150602ae9972" providerId="ADAL" clId="{79914CA2-4F79-43D5-B468-F62A50F21D33}" dt="2023-05-04T05:57:51.332" v="58" actId="2696"/>
      <pc:docMkLst>
        <pc:docMk/>
      </pc:docMkLst>
      <pc:sldChg chg="ord">
        <pc:chgData name="Kotha kasi Viswanadh" userId="65574f05-85aa-48e7-acdf-150602ae9972" providerId="ADAL" clId="{79914CA2-4F79-43D5-B468-F62A50F21D33}" dt="2023-04-26T10:56:12.049" v="27"/>
        <pc:sldMkLst>
          <pc:docMk/>
          <pc:sldMk cId="2700359918" sldId="1269"/>
        </pc:sldMkLst>
      </pc:sldChg>
      <pc:sldChg chg="modSp mod">
        <pc:chgData name="Kotha kasi Viswanadh" userId="65574f05-85aa-48e7-acdf-150602ae9972" providerId="ADAL" clId="{79914CA2-4F79-43D5-B468-F62A50F21D33}" dt="2023-04-25T10:22:31.311" v="21" actId="1076"/>
        <pc:sldMkLst>
          <pc:docMk/>
          <pc:sldMk cId="266083655" sldId="1280"/>
        </pc:sldMkLst>
        <pc:picChg chg="mod">
          <ac:chgData name="Kotha kasi Viswanadh" userId="65574f05-85aa-48e7-acdf-150602ae9972" providerId="ADAL" clId="{79914CA2-4F79-43D5-B468-F62A50F21D33}" dt="2023-04-25T10:22:31.311" v="21" actId="1076"/>
          <ac:picMkLst>
            <pc:docMk/>
            <pc:sldMk cId="266083655" sldId="1280"/>
            <ac:picMk id="6" creationId="{00000000-0000-0000-0000-000000000000}"/>
          </ac:picMkLst>
        </pc:picChg>
      </pc:sldChg>
      <pc:sldChg chg="del">
        <pc:chgData name="Kotha kasi Viswanadh" userId="65574f05-85aa-48e7-acdf-150602ae9972" providerId="ADAL" clId="{79914CA2-4F79-43D5-B468-F62A50F21D33}" dt="2023-05-04T05:57:51.332" v="58" actId="2696"/>
        <pc:sldMkLst>
          <pc:docMk/>
          <pc:sldMk cId="2745750775" sldId="1331"/>
        </pc:sldMkLst>
      </pc:sldChg>
      <pc:sldChg chg="modSp mod">
        <pc:chgData name="Kotha kasi Viswanadh" userId="65574f05-85aa-48e7-acdf-150602ae9972" providerId="ADAL" clId="{79914CA2-4F79-43D5-B468-F62A50F21D33}" dt="2023-04-26T11:06:42.570" v="57" actId="20577"/>
        <pc:sldMkLst>
          <pc:docMk/>
          <pc:sldMk cId="605809086" sldId="1333"/>
        </pc:sldMkLst>
        <pc:spChg chg="mod">
          <ac:chgData name="Kotha kasi Viswanadh" userId="65574f05-85aa-48e7-acdf-150602ae9972" providerId="ADAL" clId="{79914CA2-4F79-43D5-B468-F62A50F21D33}" dt="2023-04-26T11:06:42.570" v="57" actId="20577"/>
          <ac:spMkLst>
            <pc:docMk/>
            <pc:sldMk cId="605809086" sldId="1333"/>
            <ac:spMk id="6" creationId="{00000000-0000-0000-0000-000000000000}"/>
          </ac:spMkLst>
        </pc:spChg>
      </pc:sldChg>
      <pc:sldChg chg="addSp delSp modSp new mod ord setBg">
        <pc:chgData name="Kotha kasi Viswanadh" userId="65574f05-85aa-48e7-acdf-150602ae9972" providerId="ADAL" clId="{79914CA2-4F79-43D5-B468-F62A50F21D33}" dt="2023-04-26T10:56:07.957" v="23"/>
        <pc:sldMkLst>
          <pc:docMk/>
          <pc:sldMk cId="3610520329" sldId="1343"/>
        </pc:sldMkLst>
        <pc:spChg chg="del">
          <ac:chgData name="Kotha kasi Viswanadh" userId="65574f05-85aa-48e7-acdf-150602ae9972" providerId="ADAL" clId="{79914CA2-4F79-43D5-B468-F62A50F21D33}" dt="2023-04-25T10:20:58.059" v="1"/>
          <ac:spMkLst>
            <pc:docMk/>
            <pc:sldMk cId="3610520329" sldId="1343"/>
            <ac:spMk id="2" creationId="{605932D7-CAD5-F1A4-D070-566854C08617}"/>
          </ac:spMkLst>
        </pc:spChg>
        <pc:spChg chg="del">
          <ac:chgData name="Kotha kasi Viswanadh" userId="65574f05-85aa-48e7-acdf-150602ae9972" providerId="ADAL" clId="{79914CA2-4F79-43D5-B468-F62A50F21D33}" dt="2023-04-25T10:21:40.746" v="8" actId="21"/>
          <ac:spMkLst>
            <pc:docMk/>
            <pc:sldMk cId="3610520329" sldId="1343"/>
            <ac:spMk id="3" creationId="{7590A796-A9D9-3DF5-47CD-23B07DDB3FE5}"/>
          </ac:spMkLst>
        </pc:spChg>
        <pc:spChg chg="del">
          <ac:chgData name="Kotha kasi Viswanadh" userId="65574f05-85aa-48e7-acdf-150602ae9972" providerId="ADAL" clId="{79914CA2-4F79-43D5-B468-F62A50F21D33}" dt="2023-04-25T10:21:12.575" v="2" actId="21"/>
          <ac:spMkLst>
            <pc:docMk/>
            <pc:sldMk cId="3610520329" sldId="1343"/>
            <ac:spMk id="4" creationId="{A2B29DCB-3B3E-2C17-21C6-FFD4207B06C7}"/>
          </ac:spMkLst>
        </pc:spChg>
        <pc:spChg chg="mod ord">
          <ac:chgData name="Kotha kasi Viswanadh" userId="65574f05-85aa-48e7-acdf-150602ae9972" providerId="ADAL" clId="{79914CA2-4F79-43D5-B468-F62A50F21D33}" dt="2023-04-25T10:22:03.162" v="15" actId="26606"/>
          <ac:spMkLst>
            <pc:docMk/>
            <pc:sldMk cId="3610520329" sldId="1343"/>
            <ac:spMk id="5" creationId="{96AEA475-C517-05E4-460D-79A592E8E2F0}"/>
          </ac:spMkLst>
        </pc:spChg>
        <pc:spChg chg="add mod">
          <ac:chgData name="Kotha kasi Viswanadh" userId="65574f05-85aa-48e7-acdf-150602ae9972" providerId="ADAL" clId="{79914CA2-4F79-43D5-B468-F62A50F21D33}" dt="2023-04-25T10:22:03.162" v="15" actId="26606"/>
          <ac:spMkLst>
            <pc:docMk/>
            <pc:sldMk cId="3610520329" sldId="1343"/>
            <ac:spMk id="6" creationId="{D0FE4C03-2C76-2193-9167-B14828296C95}"/>
          </ac:spMkLst>
        </pc:spChg>
        <pc:spChg chg="add del">
          <ac:chgData name="Kotha kasi Viswanadh" userId="65574f05-85aa-48e7-acdf-150602ae9972" providerId="ADAL" clId="{79914CA2-4F79-43D5-B468-F62A50F21D33}" dt="2023-04-25T10:22:03.147" v="14" actId="26606"/>
          <ac:spMkLst>
            <pc:docMk/>
            <pc:sldMk cId="3610520329" sldId="1343"/>
            <ac:spMk id="13" creationId="{D12DDE76-C203-4047-9998-63900085B5E8}"/>
          </ac:spMkLst>
        </pc:spChg>
        <pc:spChg chg="add">
          <ac:chgData name="Kotha kasi Viswanadh" userId="65574f05-85aa-48e7-acdf-150602ae9972" providerId="ADAL" clId="{79914CA2-4F79-43D5-B468-F62A50F21D33}" dt="2023-04-25T10:22:03.162" v="15" actId="26606"/>
          <ac:spMkLst>
            <pc:docMk/>
            <pc:sldMk cId="3610520329" sldId="1343"/>
            <ac:spMk id="15" creationId="{D4771268-CB57-404A-9271-370EB28F6090}"/>
          </ac:spMkLst>
        </pc:spChg>
        <pc:picChg chg="add del mod">
          <ac:chgData name="Kotha kasi Viswanadh" userId="65574f05-85aa-48e7-acdf-150602ae9972" providerId="ADAL" clId="{79914CA2-4F79-43D5-B468-F62A50F21D33}" dt="2023-04-25T10:21:25.752" v="4" actId="478"/>
          <ac:picMkLst>
            <pc:docMk/>
            <pc:sldMk cId="3610520329" sldId="1343"/>
            <ac:picMk id="7" creationId="{D3CBDEA2-5ACC-640A-3D21-4B94261744E8}"/>
          </ac:picMkLst>
        </pc:picChg>
        <pc:picChg chg="add mod">
          <ac:chgData name="Kotha kasi Viswanadh" userId="65574f05-85aa-48e7-acdf-150602ae9972" providerId="ADAL" clId="{79914CA2-4F79-43D5-B468-F62A50F21D33}" dt="2023-04-25T10:22:20.101" v="20" actId="14100"/>
          <ac:picMkLst>
            <pc:docMk/>
            <pc:sldMk cId="3610520329" sldId="1343"/>
            <ac:picMk id="8" creationId="{E78629AD-3710-75F2-4FDF-C2F8A8A913EF}"/>
          </ac:picMkLst>
        </pc:picChg>
      </pc:sldChg>
    </pc:docChg>
  </pc:docChgLst>
  <pc:docChgLst>
    <pc:chgData name="Kotha kasi Viswanadh" userId="65574f05-85aa-48e7-acdf-150602ae9972" providerId="ADAL" clId="{C79B99E1-3215-43C7-B6D7-8D1511ADA86A}"/>
    <pc:docChg chg="undo custSel addSld delSld modSld sldOrd">
      <pc:chgData name="Kotha kasi Viswanadh" userId="65574f05-85aa-48e7-acdf-150602ae9972" providerId="ADAL" clId="{C79B99E1-3215-43C7-B6D7-8D1511ADA86A}" dt="2023-04-24T08:48:19.027" v="365" actId="14100"/>
      <pc:docMkLst>
        <pc:docMk/>
      </pc:docMkLst>
      <pc:sldChg chg="addSp delSp modSp mod">
        <pc:chgData name="Kotha kasi Viswanadh" userId="65574f05-85aa-48e7-acdf-150602ae9972" providerId="ADAL" clId="{C79B99E1-3215-43C7-B6D7-8D1511ADA86A}" dt="2023-04-13T09:20:42.728" v="45" actId="20577"/>
        <pc:sldMkLst>
          <pc:docMk/>
          <pc:sldMk cId="2700359918" sldId="1269"/>
        </pc:sldMkLst>
        <pc:spChg chg="add del mod">
          <ac:chgData name="Kotha kasi Viswanadh" userId="65574f05-85aa-48e7-acdf-150602ae9972" providerId="ADAL" clId="{C79B99E1-3215-43C7-B6D7-8D1511ADA86A}" dt="2023-04-13T09:20:42.728" v="45" actId="20577"/>
          <ac:spMkLst>
            <pc:docMk/>
            <pc:sldMk cId="2700359918" sldId="1269"/>
            <ac:spMk id="9" creationId="{00000000-0000-0000-0000-000000000000}"/>
          </ac:spMkLst>
        </pc:spChg>
      </pc:sldChg>
      <pc:sldChg chg="del ord">
        <pc:chgData name="Kotha kasi Viswanadh" userId="65574f05-85aa-48e7-acdf-150602ae9972" providerId="ADAL" clId="{C79B99E1-3215-43C7-B6D7-8D1511ADA86A}" dt="2023-04-24T08:25:01.439" v="63" actId="2696"/>
        <pc:sldMkLst>
          <pc:docMk/>
          <pc:sldMk cId="166208123" sldId="1279"/>
        </pc:sldMkLst>
      </pc:sldChg>
      <pc:sldChg chg="ord">
        <pc:chgData name="Kotha kasi Viswanadh" userId="65574f05-85aa-48e7-acdf-150602ae9972" providerId="ADAL" clId="{C79B99E1-3215-43C7-B6D7-8D1511ADA86A}" dt="2023-04-13T09:21:08.842" v="47"/>
        <pc:sldMkLst>
          <pc:docMk/>
          <pc:sldMk cId="266083655" sldId="1280"/>
        </pc:sldMkLst>
      </pc:sldChg>
      <pc:sldChg chg="modSp mod">
        <pc:chgData name="Kotha kasi Viswanadh" userId="65574f05-85aa-48e7-acdf-150602ae9972" providerId="ADAL" clId="{C79B99E1-3215-43C7-B6D7-8D1511ADA86A}" dt="2023-04-13T09:21:48.645" v="62" actId="20577"/>
        <pc:sldMkLst>
          <pc:docMk/>
          <pc:sldMk cId="1265563748" sldId="1281"/>
        </pc:sldMkLst>
        <pc:spChg chg="mod">
          <ac:chgData name="Kotha kasi Viswanadh" userId="65574f05-85aa-48e7-acdf-150602ae9972" providerId="ADAL" clId="{C79B99E1-3215-43C7-B6D7-8D1511ADA86A}" dt="2023-04-13T09:21:48.645" v="62" actId="20577"/>
          <ac:spMkLst>
            <pc:docMk/>
            <pc:sldMk cId="1265563748" sldId="1281"/>
            <ac:spMk id="2" creationId="{00000000-0000-0000-0000-000000000000}"/>
          </ac:spMkLst>
        </pc:spChg>
      </pc:sldChg>
      <pc:sldChg chg="addSp delSp modSp add del mod">
        <pc:chgData name="Kotha kasi Viswanadh" userId="65574f05-85aa-48e7-acdf-150602ae9972" providerId="ADAL" clId="{C79B99E1-3215-43C7-B6D7-8D1511ADA86A}" dt="2023-04-24T08:40:03.366" v="256" actId="2696"/>
        <pc:sldMkLst>
          <pc:docMk/>
          <pc:sldMk cId="3068356818" sldId="1284"/>
        </pc:sldMkLst>
        <pc:spChg chg="mod">
          <ac:chgData name="Kotha kasi Viswanadh" userId="65574f05-85aa-48e7-acdf-150602ae9972" providerId="ADAL" clId="{C79B99E1-3215-43C7-B6D7-8D1511ADA86A}" dt="2023-04-24T08:31:26.064" v="178" actId="20577"/>
          <ac:spMkLst>
            <pc:docMk/>
            <pc:sldMk cId="3068356818" sldId="1284"/>
            <ac:spMk id="2" creationId="{00000000-0000-0000-0000-000000000000}"/>
          </ac:spMkLst>
        </pc:spChg>
        <pc:spChg chg="mod">
          <ac:chgData name="Kotha kasi Viswanadh" userId="65574f05-85aa-48e7-acdf-150602ae9972" providerId="ADAL" clId="{C79B99E1-3215-43C7-B6D7-8D1511ADA86A}" dt="2023-04-24T08:30:56.813" v="116" actId="20577"/>
          <ac:spMkLst>
            <pc:docMk/>
            <pc:sldMk cId="3068356818" sldId="1284"/>
            <ac:spMk id="4" creationId="{00000000-0000-0000-0000-000000000000}"/>
          </ac:spMkLst>
        </pc:spChg>
        <pc:spChg chg="add del mod">
          <ac:chgData name="Kotha kasi Viswanadh" userId="65574f05-85aa-48e7-acdf-150602ae9972" providerId="ADAL" clId="{C79B99E1-3215-43C7-B6D7-8D1511ADA86A}" dt="2023-04-24T08:30:16.937" v="73" actId="21"/>
          <ac:spMkLst>
            <pc:docMk/>
            <pc:sldMk cId="3068356818" sldId="1284"/>
            <ac:spMk id="11" creationId="{BF22B8F8-60A1-E86C-35A6-65D4E0105F42}"/>
          </ac:spMkLst>
        </pc:spChg>
        <pc:picChg chg="add mod">
          <ac:chgData name="Kotha kasi Viswanadh" userId="65574f05-85aa-48e7-acdf-150602ae9972" providerId="ADAL" clId="{C79B99E1-3215-43C7-B6D7-8D1511ADA86A}" dt="2023-04-24T08:30:24.266" v="76" actId="14100"/>
          <ac:picMkLst>
            <pc:docMk/>
            <pc:sldMk cId="3068356818" sldId="1284"/>
            <ac:picMk id="5" creationId="{3067022C-63E1-AB40-67A6-6CC40459DE5D}"/>
          </ac:picMkLst>
        </pc:picChg>
        <pc:picChg chg="del mod">
          <ac:chgData name="Kotha kasi Viswanadh" userId="65574f05-85aa-48e7-acdf-150602ae9972" providerId="ADAL" clId="{C79B99E1-3215-43C7-B6D7-8D1511ADA86A}" dt="2023-04-24T08:29:57.816" v="69" actId="478"/>
          <ac:picMkLst>
            <pc:docMk/>
            <pc:sldMk cId="3068356818" sldId="1284"/>
            <ac:picMk id="14" creationId="{00000000-0000-0000-0000-000000000000}"/>
          </ac:picMkLst>
        </pc:picChg>
      </pc:sldChg>
      <pc:sldChg chg="addSp delSp modSp del mod">
        <pc:chgData name="Kotha kasi Viswanadh" userId="65574f05-85aa-48e7-acdf-150602ae9972" providerId="ADAL" clId="{C79B99E1-3215-43C7-B6D7-8D1511ADA86A}" dt="2023-04-24T08:40:16.907" v="258" actId="2696"/>
        <pc:sldMkLst>
          <pc:docMk/>
          <pc:sldMk cId="605059748" sldId="1286"/>
        </pc:sldMkLst>
        <pc:spChg chg="mod">
          <ac:chgData name="Kotha kasi Viswanadh" userId="65574f05-85aa-48e7-acdf-150602ae9972" providerId="ADAL" clId="{C79B99E1-3215-43C7-B6D7-8D1511ADA86A}" dt="2023-04-24T08:32:09.678" v="209" actId="313"/>
          <ac:spMkLst>
            <pc:docMk/>
            <pc:sldMk cId="605059748" sldId="1286"/>
            <ac:spMk id="2" creationId="{00000000-0000-0000-0000-000000000000}"/>
          </ac:spMkLst>
        </pc:spChg>
        <pc:spChg chg="mod">
          <ac:chgData name="Kotha kasi Viswanadh" userId="65574f05-85aa-48e7-acdf-150602ae9972" providerId="ADAL" clId="{C79B99E1-3215-43C7-B6D7-8D1511ADA86A}" dt="2023-04-24T08:37:46.411" v="248" actId="20577"/>
          <ac:spMkLst>
            <pc:docMk/>
            <pc:sldMk cId="605059748" sldId="1286"/>
            <ac:spMk id="4" creationId="{00000000-0000-0000-0000-000000000000}"/>
          </ac:spMkLst>
        </pc:spChg>
        <pc:spChg chg="add del mod">
          <ac:chgData name="Kotha kasi Viswanadh" userId="65574f05-85aa-48e7-acdf-150602ae9972" providerId="ADAL" clId="{C79B99E1-3215-43C7-B6D7-8D1511ADA86A}" dt="2023-04-24T08:38:38.257" v="250" actId="22"/>
          <ac:spMkLst>
            <pc:docMk/>
            <pc:sldMk cId="605059748" sldId="1286"/>
            <ac:spMk id="7" creationId="{27A84FB8-F80B-09F7-5FD0-6D80D8EB89A8}"/>
          </ac:spMkLst>
        </pc:spChg>
        <pc:picChg chg="add mod ord">
          <ac:chgData name="Kotha kasi Viswanadh" userId="65574f05-85aa-48e7-acdf-150602ae9972" providerId="ADAL" clId="{C79B99E1-3215-43C7-B6D7-8D1511ADA86A}" dt="2023-04-24T08:38:49.794" v="253" actId="14100"/>
          <ac:picMkLst>
            <pc:docMk/>
            <pc:sldMk cId="605059748" sldId="1286"/>
            <ac:picMk id="9" creationId="{58AB3298-F736-BA41-C283-FA65BF00BA46}"/>
          </ac:picMkLst>
        </pc:picChg>
        <pc:picChg chg="del">
          <ac:chgData name="Kotha kasi Viswanadh" userId="65574f05-85aa-48e7-acdf-150602ae9972" providerId="ADAL" clId="{C79B99E1-3215-43C7-B6D7-8D1511ADA86A}" dt="2023-04-24T08:37:48.970" v="249" actId="478"/>
          <ac:picMkLst>
            <pc:docMk/>
            <pc:sldMk cId="605059748" sldId="1286"/>
            <ac:picMk id="15" creationId="{00000000-0000-0000-0000-000000000000}"/>
          </ac:picMkLst>
        </pc:picChg>
      </pc:sldChg>
      <pc:sldChg chg="modSp mod">
        <pc:chgData name="Kotha kasi Viswanadh" userId="65574f05-85aa-48e7-acdf-150602ae9972" providerId="ADAL" clId="{C79B99E1-3215-43C7-B6D7-8D1511ADA86A}" dt="2023-04-24T08:40:38.406" v="278" actId="20577"/>
        <pc:sldMkLst>
          <pc:docMk/>
          <pc:sldMk cId="1787712904" sldId="1287"/>
        </pc:sldMkLst>
        <pc:spChg chg="mod">
          <ac:chgData name="Kotha kasi Viswanadh" userId="65574f05-85aa-48e7-acdf-150602ae9972" providerId="ADAL" clId="{C79B99E1-3215-43C7-B6D7-8D1511ADA86A}" dt="2023-04-24T08:40:38.406" v="278" actId="20577"/>
          <ac:spMkLst>
            <pc:docMk/>
            <pc:sldMk cId="1787712904" sldId="1287"/>
            <ac:spMk id="9" creationId="{00000000-0000-0000-0000-000000000000}"/>
          </ac:spMkLst>
        </pc:spChg>
      </pc:sldChg>
      <pc:sldChg chg="del">
        <pc:chgData name="Kotha kasi Viswanadh" userId="65574f05-85aa-48e7-acdf-150602ae9972" providerId="ADAL" clId="{C79B99E1-3215-43C7-B6D7-8D1511ADA86A}" dt="2023-04-24T08:40:48.651" v="279" actId="2696"/>
        <pc:sldMkLst>
          <pc:docMk/>
          <pc:sldMk cId="2332229429" sldId="1288"/>
        </pc:sldMkLst>
      </pc:sldChg>
      <pc:sldChg chg="del">
        <pc:chgData name="Kotha kasi Viswanadh" userId="65574f05-85aa-48e7-acdf-150602ae9972" providerId="ADAL" clId="{C79B99E1-3215-43C7-B6D7-8D1511ADA86A}" dt="2023-04-24T08:41:54.503" v="292" actId="2696"/>
        <pc:sldMkLst>
          <pc:docMk/>
          <pc:sldMk cId="262825521" sldId="1303"/>
        </pc:sldMkLst>
      </pc:sldChg>
      <pc:sldChg chg="del">
        <pc:chgData name="Kotha kasi Viswanadh" userId="65574f05-85aa-48e7-acdf-150602ae9972" providerId="ADAL" clId="{C79B99E1-3215-43C7-B6D7-8D1511ADA86A}" dt="2023-04-24T08:42:07.511" v="295" actId="2696"/>
        <pc:sldMkLst>
          <pc:docMk/>
          <pc:sldMk cId="1422341476" sldId="1304"/>
        </pc:sldMkLst>
      </pc:sldChg>
      <pc:sldChg chg="addSp delSp modSp new mod">
        <pc:chgData name="Kotha kasi Viswanadh" userId="65574f05-85aa-48e7-acdf-150602ae9972" providerId="ADAL" clId="{C79B99E1-3215-43C7-B6D7-8D1511ADA86A}" dt="2023-04-24T08:44:33.332" v="333" actId="20577"/>
        <pc:sldMkLst>
          <pc:docMk/>
          <pc:sldMk cId="1717816171" sldId="1340"/>
        </pc:sldMkLst>
        <pc:spChg chg="mod">
          <ac:chgData name="Kotha kasi Viswanadh" userId="65574f05-85aa-48e7-acdf-150602ae9972" providerId="ADAL" clId="{C79B99E1-3215-43C7-B6D7-8D1511ADA86A}" dt="2023-04-24T08:44:20.368" v="321" actId="113"/>
          <ac:spMkLst>
            <pc:docMk/>
            <pc:sldMk cId="1717816171" sldId="1340"/>
            <ac:spMk id="2" creationId="{2EC7B92D-37E5-C974-6BAA-BF71AC602060}"/>
          </ac:spMkLst>
        </pc:spChg>
        <pc:spChg chg="del">
          <ac:chgData name="Kotha kasi Viswanadh" userId="65574f05-85aa-48e7-acdf-150602ae9972" providerId="ADAL" clId="{C79B99E1-3215-43C7-B6D7-8D1511ADA86A}" dt="2023-04-24T08:43:49.934" v="297" actId="22"/>
          <ac:spMkLst>
            <pc:docMk/>
            <pc:sldMk cId="1717816171" sldId="1340"/>
            <ac:spMk id="3" creationId="{52268F7F-EBD7-2D4F-1AF7-785414347A08}"/>
          </ac:spMkLst>
        </pc:spChg>
        <pc:spChg chg="add del mod">
          <ac:chgData name="Kotha kasi Viswanadh" userId="65574f05-85aa-48e7-acdf-150602ae9972" providerId="ADAL" clId="{C79B99E1-3215-43C7-B6D7-8D1511ADA86A}" dt="2023-04-24T08:44:33.332" v="333" actId="20577"/>
          <ac:spMkLst>
            <pc:docMk/>
            <pc:sldMk cId="1717816171" sldId="1340"/>
            <ac:spMk id="4" creationId="{C3ADD817-39BF-F948-17B6-FA5938379B03}"/>
          </ac:spMkLst>
        </pc:spChg>
        <pc:picChg chg="add mod ord">
          <ac:chgData name="Kotha kasi Viswanadh" userId="65574f05-85aa-48e7-acdf-150602ae9972" providerId="ADAL" clId="{C79B99E1-3215-43C7-B6D7-8D1511ADA86A}" dt="2023-04-24T08:43:55.832" v="299" actId="14100"/>
          <ac:picMkLst>
            <pc:docMk/>
            <pc:sldMk cId="1717816171" sldId="1340"/>
            <ac:picMk id="7" creationId="{C609DF8A-00C7-02B3-6801-9D73116D14ED}"/>
          </ac:picMkLst>
        </pc:picChg>
      </pc:sldChg>
      <pc:sldChg chg="del">
        <pc:chgData name="Kotha kasi Viswanadh" userId="65574f05-85aa-48e7-acdf-150602ae9972" providerId="ADAL" clId="{C79B99E1-3215-43C7-B6D7-8D1511ADA86A}" dt="2023-04-24T08:40:53.182" v="280" actId="2696"/>
        <pc:sldMkLst>
          <pc:docMk/>
          <pc:sldMk cId="2986215667" sldId="1340"/>
        </pc:sldMkLst>
      </pc:sldChg>
      <pc:sldChg chg="del">
        <pc:chgData name="Kotha kasi Viswanadh" userId="65574f05-85aa-48e7-acdf-150602ae9972" providerId="ADAL" clId="{C79B99E1-3215-43C7-B6D7-8D1511ADA86A}" dt="2023-04-24T08:40:56.629" v="281" actId="2696"/>
        <pc:sldMkLst>
          <pc:docMk/>
          <pc:sldMk cId="210103948" sldId="1341"/>
        </pc:sldMkLst>
      </pc:sldChg>
      <pc:sldChg chg="addSp delSp modSp new mod">
        <pc:chgData name="Kotha kasi Viswanadh" userId="65574f05-85aa-48e7-acdf-150602ae9972" providerId="ADAL" clId="{C79B99E1-3215-43C7-B6D7-8D1511ADA86A}" dt="2023-04-24T08:47:43.686" v="349" actId="14100"/>
        <pc:sldMkLst>
          <pc:docMk/>
          <pc:sldMk cId="2170273328" sldId="1341"/>
        </pc:sldMkLst>
        <pc:spChg chg="del">
          <ac:chgData name="Kotha kasi Viswanadh" userId="65574f05-85aa-48e7-acdf-150602ae9972" providerId="ADAL" clId="{C79B99E1-3215-43C7-B6D7-8D1511ADA86A}" dt="2023-04-24T08:45:32.174" v="345" actId="21"/>
          <ac:spMkLst>
            <pc:docMk/>
            <pc:sldMk cId="2170273328" sldId="1341"/>
            <ac:spMk id="2" creationId="{397A520D-91B3-5482-A101-5DEC5DBCC7D2}"/>
          </ac:spMkLst>
        </pc:spChg>
        <pc:spChg chg="del">
          <ac:chgData name="Kotha kasi Viswanadh" userId="65574f05-85aa-48e7-acdf-150602ae9972" providerId="ADAL" clId="{C79B99E1-3215-43C7-B6D7-8D1511ADA86A}" dt="2023-04-24T08:46:51.603" v="346" actId="22"/>
          <ac:spMkLst>
            <pc:docMk/>
            <pc:sldMk cId="2170273328" sldId="1341"/>
            <ac:spMk id="3" creationId="{726647EB-923F-9DD7-4570-67F54A0D139A}"/>
          </ac:spMkLst>
        </pc:spChg>
        <pc:spChg chg="mod">
          <ac:chgData name="Kotha kasi Viswanadh" userId="65574f05-85aa-48e7-acdf-150602ae9972" providerId="ADAL" clId="{C79B99E1-3215-43C7-B6D7-8D1511ADA86A}" dt="2023-04-24T08:45:20.164" v="344" actId="20577"/>
          <ac:spMkLst>
            <pc:docMk/>
            <pc:sldMk cId="2170273328" sldId="1341"/>
            <ac:spMk id="4" creationId="{80E0D44F-76AE-25C8-7C60-5C574ABE4710}"/>
          </ac:spMkLst>
        </pc:spChg>
        <pc:picChg chg="add mod ord">
          <ac:chgData name="Kotha kasi Viswanadh" userId="65574f05-85aa-48e7-acdf-150602ae9972" providerId="ADAL" clId="{C79B99E1-3215-43C7-B6D7-8D1511ADA86A}" dt="2023-04-24T08:47:43.686" v="349" actId="14100"/>
          <ac:picMkLst>
            <pc:docMk/>
            <pc:sldMk cId="2170273328" sldId="1341"/>
            <ac:picMk id="7" creationId="{5D08BA74-FDA1-BCD8-E7C5-B547E90C2709}"/>
          </ac:picMkLst>
        </pc:picChg>
      </pc:sldChg>
      <pc:sldChg chg="addSp delSp modSp new mod">
        <pc:chgData name="Kotha kasi Viswanadh" userId="65574f05-85aa-48e7-acdf-150602ae9972" providerId="ADAL" clId="{C79B99E1-3215-43C7-B6D7-8D1511ADA86A}" dt="2023-04-24T08:48:19.027" v="365" actId="14100"/>
        <pc:sldMkLst>
          <pc:docMk/>
          <pc:sldMk cId="165944799" sldId="1342"/>
        </pc:sldMkLst>
        <pc:spChg chg="del">
          <ac:chgData name="Kotha kasi Viswanadh" userId="65574f05-85aa-48e7-acdf-150602ae9972" providerId="ADAL" clId="{C79B99E1-3215-43C7-B6D7-8D1511ADA86A}" dt="2023-04-24T08:48:05.143" v="362" actId="21"/>
          <ac:spMkLst>
            <pc:docMk/>
            <pc:sldMk cId="165944799" sldId="1342"/>
            <ac:spMk id="2" creationId="{62716529-77D5-7BDC-F762-20FEDF90DDE8}"/>
          </ac:spMkLst>
        </pc:spChg>
        <pc:spChg chg="del">
          <ac:chgData name="Kotha kasi Viswanadh" userId="65574f05-85aa-48e7-acdf-150602ae9972" providerId="ADAL" clId="{C79B99E1-3215-43C7-B6D7-8D1511ADA86A}" dt="2023-04-24T08:47:49.084" v="351" actId="22"/>
          <ac:spMkLst>
            <pc:docMk/>
            <pc:sldMk cId="165944799" sldId="1342"/>
            <ac:spMk id="3" creationId="{F44B8BAA-1EDC-AEB5-7949-9DCE19AFDF53}"/>
          </ac:spMkLst>
        </pc:spChg>
        <pc:spChg chg="mod">
          <ac:chgData name="Kotha kasi Viswanadh" userId="65574f05-85aa-48e7-acdf-150602ae9972" providerId="ADAL" clId="{C79B99E1-3215-43C7-B6D7-8D1511ADA86A}" dt="2023-04-24T08:47:56.049" v="361" actId="20577"/>
          <ac:spMkLst>
            <pc:docMk/>
            <pc:sldMk cId="165944799" sldId="1342"/>
            <ac:spMk id="4" creationId="{ABF04694-82F3-D69B-8D3D-C2730F8B14FA}"/>
          </ac:spMkLst>
        </pc:spChg>
        <pc:picChg chg="add mod ord">
          <ac:chgData name="Kotha kasi Viswanadh" userId="65574f05-85aa-48e7-acdf-150602ae9972" providerId="ADAL" clId="{C79B99E1-3215-43C7-B6D7-8D1511ADA86A}" dt="2023-04-24T08:48:19.027" v="365" actId="14100"/>
          <ac:picMkLst>
            <pc:docMk/>
            <pc:sldMk cId="165944799" sldId="1342"/>
            <ac:picMk id="7" creationId="{87BC7E4B-E8A3-AB2E-7C54-356DDBB4D269}"/>
          </ac:picMkLst>
        </pc:picChg>
      </pc:sldChg>
      <pc:sldChg chg="del">
        <pc:chgData name="Kotha kasi Viswanadh" userId="65574f05-85aa-48e7-acdf-150602ae9972" providerId="ADAL" clId="{C79B99E1-3215-43C7-B6D7-8D1511ADA86A}" dt="2023-04-24T08:41:00.130" v="282" actId="2696"/>
        <pc:sldMkLst>
          <pc:docMk/>
          <pc:sldMk cId="1654872862" sldId="1342"/>
        </pc:sldMkLst>
      </pc:sldChg>
      <pc:sldChg chg="del">
        <pc:chgData name="Kotha kasi Viswanadh" userId="65574f05-85aa-48e7-acdf-150602ae9972" providerId="ADAL" clId="{C79B99E1-3215-43C7-B6D7-8D1511ADA86A}" dt="2023-04-24T08:41:05.599" v="283" actId="2696"/>
        <pc:sldMkLst>
          <pc:docMk/>
          <pc:sldMk cId="600298349" sldId="1343"/>
        </pc:sldMkLst>
      </pc:sldChg>
      <pc:sldChg chg="del">
        <pc:chgData name="Kotha kasi Viswanadh" userId="65574f05-85aa-48e7-acdf-150602ae9972" providerId="ADAL" clId="{C79B99E1-3215-43C7-B6D7-8D1511ADA86A}" dt="2023-04-24T08:41:27.923" v="285" actId="2696"/>
        <pc:sldMkLst>
          <pc:docMk/>
          <pc:sldMk cId="1369005259" sldId="1344"/>
        </pc:sldMkLst>
      </pc:sldChg>
      <pc:sldChg chg="del">
        <pc:chgData name="Kotha kasi Viswanadh" userId="65574f05-85aa-48e7-acdf-150602ae9972" providerId="ADAL" clId="{C79B99E1-3215-43C7-B6D7-8D1511ADA86A}" dt="2023-04-24T08:41:37.177" v="287" actId="2696"/>
        <pc:sldMkLst>
          <pc:docMk/>
          <pc:sldMk cId="3848267022" sldId="1345"/>
        </pc:sldMkLst>
      </pc:sldChg>
      <pc:sldChg chg="del">
        <pc:chgData name="Kotha kasi Viswanadh" userId="65574f05-85aa-48e7-acdf-150602ae9972" providerId="ADAL" clId="{C79B99E1-3215-43C7-B6D7-8D1511ADA86A}" dt="2023-04-24T08:41:40.622" v="288" actId="2696"/>
        <pc:sldMkLst>
          <pc:docMk/>
          <pc:sldMk cId="1908623558" sldId="1346"/>
        </pc:sldMkLst>
      </pc:sldChg>
      <pc:sldChg chg="del">
        <pc:chgData name="Kotha kasi Viswanadh" userId="65574f05-85aa-48e7-acdf-150602ae9972" providerId="ADAL" clId="{C79B99E1-3215-43C7-B6D7-8D1511ADA86A}" dt="2023-04-24T08:41:44.185" v="289" actId="2696"/>
        <pc:sldMkLst>
          <pc:docMk/>
          <pc:sldMk cId="781820785" sldId="1347"/>
        </pc:sldMkLst>
      </pc:sldChg>
      <pc:sldChg chg="del">
        <pc:chgData name="Kotha kasi Viswanadh" userId="65574f05-85aa-48e7-acdf-150602ae9972" providerId="ADAL" clId="{C79B99E1-3215-43C7-B6D7-8D1511ADA86A}" dt="2023-04-24T08:41:48.123" v="290" actId="2696"/>
        <pc:sldMkLst>
          <pc:docMk/>
          <pc:sldMk cId="1485065653" sldId="1348"/>
        </pc:sldMkLst>
      </pc:sldChg>
      <pc:sldChg chg="del">
        <pc:chgData name="Kotha kasi Viswanadh" userId="65574f05-85aa-48e7-acdf-150602ae9972" providerId="ADAL" clId="{C79B99E1-3215-43C7-B6D7-8D1511ADA86A}" dt="2023-04-24T08:41:51.249" v="291" actId="2696"/>
        <pc:sldMkLst>
          <pc:docMk/>
          <pc:sldMk cId="2408322677" sldId="1349"/>
        </pc:sldMkLst>
      </pc:sldChg>
      <pc:sldChg chg="del">
        <pc:chgData name="Kotha kasi Viswanadh" userId="65574f05-85aa-48e7-acdf-150602ae9972" providerId="ADAL" clId="{C79B99E1-3215-43C7-B6D7-8D1511ADA86A}" dt="2023-04-24T08:42:00.863" v="293" actId="2696"/>
        <pc:sldMkLst>
          <pc:docMk/>
          <pc:sldMk cId="3711024266" sldId="1350"/>
        </pc:sldMkLst>
      </pc:sldChg>
      <pc:sldChg chg="del">
        <pc:chgData name="Kotha kasi Viswanadh" userId="65574f05-85aa-48e7-acdf-150602ae9972" providerId="ADAL" clId="{C79B99E1-3215-43C7-B6D7-8D1511ADA86A}" dt="2023-04-24T08:42:04.198" v="294" actId="2696"/>
        <pc:sldMkLst>
          <pc:docMk/>
          <pc:sldMk cId="77075147" sldId="1351"/>
        </pc:sldMkLst>
      </pc:sldChg>
      <pc:sldChg chg="add del">
        <pc:chgData name="Kotha kasi Viswanadh" userId="65574f05-85aa-48e7-acdf-150602ae9972" providerId="ADAL" clId="{C79B99E1-3215-43C7-B6D7-8D1511ADA86A}" dt="2023-04-24T08:40:20.718" v="259" actId="2696"/>
        <pc:sldMkLst>
          <pc:docMk/>
          <pc:sldMk cId="1984388891" sldId="1352"/>
        </pc:sldMkLst>
      </pc:sldChg>
      <pc:sldChg chg="add del">
        <pc:chgData name="Kotha kasi Viswanadh" userId="65574f05-85aa-48e7-acdf-150602ae9972" providerId="ADAL" clId="{C79B99E1-3215-43C7-B6D7-8D1511ADA86A}" dt="2023-04-24T08:41:31.150" v="286" actId="2696"/>
        <pc:sldMkLst>
          <pc:docMk/>
          <pc:sldMk cId="2856098741" sldId="135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2009A13A-FA02-4892-859C-E503D6D6DF03}" type="datetimeFigureOut">
              <a:rPr lang="en-US"/>
              <a:pPr>
                <a:defRPr/>
              </a:pPr>
              <a:t>5/4/2023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4BF4170B-F9BD-4D4F-A7F5-089BDF24A1E6}" type="slidenum">
              <a:rPr/>
              <a:pPr>
                <a:defRPr/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00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400050"/>
            <a:ext cx="4800600" cy="2701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06400" y="3279775"/>
            <a:ext cx="6502400" cy="5600700"/>
          </a:xfrm>
          <a:prstGeom prst="rect">
            <a:avLst/>
          </a:prstGeom>
        </p:spPr>
        <p:txBody>
          <a:bodyPr vert="horz" lIns="0" tIns="0" rIns="0" bIns="96661" rtlCol="0">
            <a:normAutofit/>
          </a:bodyPr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06400" y="9040813"/>
            <a:ext cx="4957763" cy="2381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96000" y="9040813"/>
            <a:ext cx="812800" cy="2381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99C19250-5529-4819-A8AB-A0765B407015}" type="slidenum">
              <a:rPr/>
              <a:pPr>
                <a:defRPr/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96876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rtl="0" eaLnBrk="0" fontAlgn="base" hangingPunct="0">
      <a:spcBef>
        <a:spcPts val="600"/>
      </a:spcBef>
      <a:spcAft>
        <a:spcPct val="0"/>
      </a:spcAft>
      <a:buFont typeface="Arial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00050" indent="-114300" algn="l" rtl="0" eaLnBrk="0" fontAlgn="base" hangingPunct="0">
      <a:spcBef>
        <a:spcPts val="600"/>
      </a:spcBef>
      <a:spcAft>
        <a:spcPct val="0"/>
      </a:spcAft>
      <a:buFont typeface="Arial" charset="0"/>
      <a:buChar char="–"/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571500" indent="-114300" algn="l" rtl="0" eaLnBrk="0" fontAlgn="base" hangingPunct="0">
      <a:spcBef>
        <a:spcPts val="600"/>
      </a:spcBef>
      <a:spcAft>
        <a:spcPct val="0"/>
      </a:spcAft>
      <a:buFont typeface="Arial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742950" indent="-114300" algn="l" rtl="0" eaLnBrk="0" fontAlgn="base" hangingPunct="0">
      <a:spcBef>
        <a:spcPts val="600"/>
      </a:spcBef>
      <a:spcAft>
        <a:spcPct val="0"/>
      </a:spcAft>
      <a:buFont typeface="Arial" charset="0"/>
      <a:buChar char="–"/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F7F37E-3348-4288-B971-8095FF001281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7" name="Oracle red badge logo" descr="Oracle logo in white on red staging background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ltGray">
          <a:xfrm>
            <a:off x="531813" y="6264275"/>
            <a:ext cx="1622425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79685033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57A31-5B85-41C8-8F07-28BBBEBEAB92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6826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300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DF70E1-39EF-4393-A233-923C6FD12FA5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8232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4AF1-1802-456B-B1A9-923B8B39048B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13573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48804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148AF9-9EB1-4702-85B0-92E5544EDDD5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58924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C40FED-1CE8-44B2-84A7-40155419F299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830525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5A7A80-FD43-4F26-8BD9-B8BB34D26B2A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36357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12F454-3349-4AAB-BC0D-A94D23D2024B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51699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F5ED9A-26B7-46D3-BC8A-623EFAE17ED8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68253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 descr="Full slide 4-color photo can be inserted here"/>
          <p:cNvSpPr/>
          <p:nvPr userDrawn="1"/>
        </p:nvSpPr>
        <p:spPr bwMode="hidden">
          <a:xfrm>
            <a:off x="0" y="0"/>
            <a:ext cx="12188825" cy="6858000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Oracle red badge logo" descr="Oracle logo in white on red staging background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ltGray">
          <a:xfrm>
            <a:off x="531813" y="6264275"/>
            <a:ext cx="1622425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1814" y="739775"/>
            <a:ext cx="8763000" cy="1470025"/>
          </a:xfrm>
        </p:spPr>
        <p:txBody>
          <a:bodyPr/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1763" y="2286000"/>
            <a:ext cx="876414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531814" y="3429451"/>
            <a:ext cx="8763000" cy="2514149"/>
          </a:xfrm>
        </p:spPr>
        <p:txBody>
          <a:bodyPr>
            <a:noAutofit/>
          </a:bodyPr>
          <a:lstStyle>
            <a:lvl1pPr marL="1588" indent="0">
              <a:spcBef>
                <a:spcPts val="0"/>
              </a:spcBef>
              <a:buFontTx/>
              <a:buNone/>
              <a:defRPr sz="2400" baseline="0"/>
            </a:lvl1pPr>
            <a:lvl2pPr marL="1588" indent="0">
              <a:buFontTx/>
              <a:buNone/>
              <a:defRPr sz="2400"/>
            </a:lvl2pPr>
            <a:lvl3pPr marL="1588" indent="0">
              <a:buFontTx/>
              <a:buNone/>
              <a:defRPr sz="2400"/>
            </a:lvl3pPr>
            <a:lvl4pPr marL="1588" indent="0">
              <a:buFontTx/>
              <a:buNone/>
              <a:defRPr sz="2400"/>
            </a:lvl4pPr>
            <a:lvl5pPr marL="1588" indent="0">
              <a:buFontTx/>
              <a:buNone/>
              <a:defRPr sz="2400"/>
            </a:lvl5pPr>
            <a:lvl6pPr marL="1588" indent="0">
              <a:buFontTx/>
              <a:buNone/>
              <a:defRPr sz="2400"/>
            </a:lvl6pPr>
            <a:lvl7pPr marL="1588" indent="0">
              <a:buFontTx/>
              <a:buNone/>
              <a:defRPr sz="2400"/>
            </a:lvl7pPr>
            <a:lvl8pPr marL="1588" indent="0">
              <a:buFontTx/>
              <a:buNone/>
              <a:defRPr sz="2400"/>
            </a:lvl8pPr>
            <a:lvl9pPr marL="1588" indent="0">
              <a:buFontTx/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FFFFF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11374438" y="6540818"/>
            <a:ext cx="381000" cy="182563"/>
          </a:xfrm>
        </p:spPr>
        <p:txBody>
          <a:bodyPr/>
          <a:lstStyle>
            <a:lvl1pPr>
              <a:defRPr>
                <a:solidFill>
                  <a:srgbClr val="BDC1C5"/>
                </a:solidFill>
              </a:defRPr>
            </a:lvl1pPr>
          </a:lstStyle>
          <a:p>
            <a:pPr>
              <a:defRPr/>
            </a:pPr>
            <a:fld id="{6F678487-EFBF-44CE-AB82-F18EE0C86436}" type="slidenum">
              <a:rPr/>
              <a:pPr>
                <a:defRPr/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8149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ew Template_Content 1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1"/>
            <a:ext cx="768151" cy="742951"/>
          </a:xfrm>
          <a:prstGeom prst="rect">
            <a:avLst/>
          </a:prstGeom>
          <a:gradFill flip="none" rotWithShape="1">
            <a:gsLst>
              <a:gs pos="20000">
                <a:srgbClr val="AA0000"/>
              </a:gs>
              <a:gs pos="90000">
                <a:srgbClr val="FF1414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183" y="327385"/>
            <a:ext cx="10969924" cy="5418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1072183" y="2029468"/>
            <a:ext cx="10969943" cy="4083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72183" y="864288"/>
            <a:ext cx="10969943" cy="406400"/>
          </a:xfrm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2666">
                <a:solidFill>
                  <a:schemeClr val="accent1"/>
                </a:solidFill>
              </a:defRPr>
            </a:lvl1pPr>
            <a:lvl2pPr marL="609448" indent="0">
              <a:buFontTx/>
              <a:buNone/>
              <a:defRPr/>
            </a:lvl2pPr>
            <a:lvl3pPr marL="1218895" indent="0">
              <a:buFontTx/>
              <a:buNone/>
              <a:defRPr/>
            </a:lvl3pPr>
            <a:lvl4pPr marL="1828343" indent="0">
              <a:buFontTx/>
              <a:buNone/>
              <a:defRPr/>
            </a:lvl4pPr>
            <a:lvl5pPr marL="243779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50011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ew Template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33867"/>
            <a:ext cx="12188825" cy="68918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-33866"/>
            <a:ext cx="12188825" cy="5543551"/>
          </a:xfrm>
          <a:prstGeom prst="rect">
            <a:avLst/>
          </a:prstGeom>
          <a:gradFill flip="none" rotWithShape="1">
            <a:gsLst>
              <a:gs pos="20000">
                <a:srgbClr val="AA0000"/>
              </a:gs>
              <a:gs pos="90000">
                <a:srgbClr val="FF1414"/>
              </a:gs>
            </a:gsLst>
            <a:lin ang="16200000" scaled="0"/>
            <a:tileRect/>
          </a:gradFill>
          <a:ln>
            <a:noFill/>
          </a:ln>
          <a:effectLst>
            <a:outerShdw blurRad="152400" dist="635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21" descr="O_signature_wht_rgb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160" y="338667"/>
            <a:ext cx="2863104" cy="88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 userDrawn="1"/>
        </p:nvSpPr>
        <p:spPr>
          <a:xfrm>
            <a:off x="7922736" y="-33866"/>
            <a:ext cx="4266089" cy="5543551"/>
          </a:xfrm>
          <a:prstGeom prst="rect">
            <a:avLst/>
          </a:prstGeom>
          <a:gradFill flip="none" rotWithShape="1">
            <a:gsLst>
              <a:gs pos="20000">
                <a:srgbClr val="AA0000"/>
              </a:gs>
              <a:gs pos="90000">
                <a:srgbClr val="FF1414"/>
              </a:gs>
            </a:gsLst>
            <a:lin ang="16200000" scaled="0"/>
            <a:tileRect/>
          </a:gradFill>
          <a:ln>
            <a:noFill/>
          </a:ln>
          <a:effectLst>
            <a:outerShdw blurRad="635000" dir="108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01823" y="2111023"/>
            <a:ext cx="6700185" cy="1640876"/>
          </a:xfrm>
        </p:spPr>
        <p:txBody>
          <a:bodyPr anchor="b"/>
          <a:lstStyle>
            <a:lvl1pPr>
              <a:defRPr sz="3732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0976" y="3885701"/>
            <a:ext cx="6701032" cy="1397499"/>
          </a:xfrm>
        </p:spPr>
        <p:txBody>
          <a:bodyPr/>
          <a:lstStyle>
            <a:lvl1pPr marL="0" marR="0" indent="0" algn="l" defTabSz="3047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5000"/>
              <a:buFont typeface="Wingdings" pitchFamily="2" charset="2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22736" y="-33866"/>
            <a:ext cx="4266089" cy="5543551"/>
          </a:xfr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rtlCol="0" anchor="ctr" anchorCtr="1">
            <a:noAutofit/>
          </a:bodyPr>
          <a:lstStyle>
            <a:lvl1pPr>
              <a:buFontTx/>
              <a:buNone/>
              <a:defRPr lang="en-US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21254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531813" y="1373741"/>
            <a:ext cx="11125199" cy="343299"/>
          </a:xfrm>
        </p:spPr>
        <p:txBody>
          <a:bodyPr>
            <a:noAutofit/>
          </a:bodyPr>
          <a:lstStyle>
            <a:lvl1pPr marL="1588" indent="0">
              <a:spcBef>
                <a:spcPts val="0"/>
              </a:spcBef>
              <a:buFontTx/>
              <a:buNone/>
              <a:defRPr sz="2400" b="1" baseline="0"/>
            </a:lvl1pPr>
            <a:lvl2pPr marL="1588" indent="0">
              <a:buFontTx/>
              <a:buNone/>
              <a:defRPr sz="2400"/>
            </a:lvl2pPr>
            <a:lvl3pPr marL="1588" indent="0">
              <a:buFontTx/>
              <a:buNone/>
              <a:defRPr sz="2400"/>
            </a:lvl3pPr>
            <a:lvl4pPr marL="1588" indent="0">
              <a:buFontTx/>
              <a:buNone/>
              <a:defRPr sz="2400"/>
            </a:lvl4pPr>
            <a:lvl5pPr marL="1588" indent="0">
              <a:buFontTx/>
              <a:buNone/>
              <a:defRPr sz="2400"/>
            </a:lvl5pPr>
            <a:lvl6pPr marL="1588" indent="0">
              <a:buFontTx/>
              <a:buNone/>
              <a:defRPr sz="2400"/>
            </a:lvl6pPr>
            <a:lvl7pPr marL="1588" indent="0">
              <a:buFontTx/>
              <a:buNone/>
              <a:defRPr sz="2400"/>
            </a:lvl7pPr>
            <a:lvl8pPr marL="1588" indent="0">
              <a:buFontTx/>
              <a:buNone/>
              <a:defRPr sz="2400"/>
            </a:lvl8pPr>
            <a:lvl9pPr marL="1588" indent="0">
              <a:buFontTx/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151" y="1981200"/>
            <a:ext cx="11126522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DCA99-1970-4E90-804A-5C2BC35C1B4A}" type="slidenum">
              <a:rPr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322915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 descr="Full slide 4-color photo can be inserted here. Customer/Partner and secondary logo can be included"/>
          <p:cNvSpPr/>
          <p:nvPr/>
        </p:nvSpPr>
        <p:spPr bwMode="hidden">
          <a:xfrm>
            <a:off x="0" y="0"/>
            <a:ext cx="12188825" cy="6858000"/>
          </a:xfrm>
          <a:prstGeom prst="rect">
            <a:avLst/>
          </a:prstGeom>
          <a:solidFill>
            <a:srgbClr val="46575E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89638" y="6556375"/>
            <a:ext cx="2787650" cy="18256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800" dirty="0">
                <a:solidFill>
                  <a:srgbClr val="FFFFFF">
                    <a:lumMod val="60000"/>
                    <a:lumOff val="40000"/>
                  </a:srgbClr>
                </a:solidFill>
                <a:latin typeface="Calibri"/>
              </a:rPr>
              <a:t>Copyright © 201</a:t>
            </a:r>
            <a:r>
              <a:rPr lang="nl-BE" sz="800" dirty="0">
                <a:solidFill>
                  <a:srgbClr val="FFFFFF">
                    <a:lumMod val="60000"/>
                    <a:lumOff val="40000"/>
                  </a:srgbClr>
                </a:solidFill>
                <a:latin typeface="Calibri"/>
              </a:rPr>
              <a:t>7 </a:t>
            </a:r>
            <a:r>
              <a:rPr sz="800" dirty="0">
                <a:solidFill>
                  <a:srgbClr val="FFFFFF">
                    <a:lumMod val="60000"/>
                    <a:lumOff val="40000"/>
                  </a:srgbClr>
                </a:solidFill>
                <a:latin typeface="Calibri"/>
              </a:rPr>
              <a:t>Oracle and/or its affiliates. All rights reserved.  |</a:t>
            </a:r>
          </a:p>
        </p:txBody>
      </p:sp>
      <p:pic>
        <p:nvPicPr>
          <p:cNvPr id="7" name="Oracle red badge logo" descr="Oracle logo in white on red staging background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ltGray">
          <a:xfrm>
            <a:off x="531813" y="6264275"/>
            <a:ext cx="1622425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1814" y="739775"/>
            <a:ext cx="8763000" cy="1470025"/>
          </a:xfrm>
        </p:spPr>
        <p:txBody>
          <a:bodyPr/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1763" y="2286000"/>
            <a:ext cx="876414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531814" y="3429451"/>
            <a:ext cx="8763000" cy="2514149"/>
          </a:xfrm>
        </p:spPr>
        <p:txBody>
          <a:bodyPr>
            <a:noAutofit/>
          </a:bodyPr>
          <a:lstStyle>
            <a:lvl1pPr marL="1588" indent="0">
              <a:spcBef>
                <a:spcPts val="0"/>
              </a:spcBef>
              <a:buFontTx/>
              <a:buNone/>
              <a:defRPr sz="2400" baseline="0"/>
            </a:lvl1pPr>
            <a:lvl2pPr marL="1588" indent="0">
              <a:buFontTx/>
              <a:buNone/>
              <a:defRPr sz="2400"/>
            </a:lvl2pPr>
            <a:lvl3pPr marL="1588" indent="0">
              <a:buFontTx/>
              <a:buNone/>
              <a:defRPr sz="2400"/>
            </a:lvl3pPr>
            <a:lvl4pPr marL="1588" indent="0">
              <a:buFontTx/>
              <a:buNone/>
              <a:defRPr sz="2400"/>
            </a:lvl4pPr>
            <a:lvl5pPr marL="1588" indent="0">
              <a:buFontTx/>
              <a:buNone/>
              <a:defRPr sz="2400"/>
            </a:lvl5pPr>
            <a:lvl6pPr marL="1588" indent="0">
              <a:buFontTx/>
              <a:buNone/>
              <a:defRPr sz="2400"/>
            </a:lvl6pPr>
            <a:lvl7pPr marL="1588" indent="0">
              <a:buFontTx/>
              <a:buNone/>
              <a:defRPr sz="2400"/>
            </a:lvl7pPr>
            <a:lvl8pPr marL="1588" indent="0">
              <a:buFontTx/>
              <a:buNone/>
              <a:defRPr sz="2400"/>
            </a:lvl8pPr>
            <a:lvl9pPr marL="1588" indent="0">
              <a:buFontTx/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FFFFF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11509851" y="6556374"/>
            <a:ext cx="381000" cy="182563"/>
          </a:xfrm>
        </p:spPr>
        <p:txBody>
          <a:bodyPr/>
          <a:lstStyle>
            <a:lvl1pPr>
              <a:defRPr>
                <a:solidFill>
                  <a:srgbClr val="BCC0C4"/>
                </a:solidFill>
              </a:defRPr>
            </a:lvl1pPr>
          </a:lstStyle>
          <a:p>
            <a:pPr>
              <a:defRPr/>
            </a:pPr>
            <a:fld id="{2ABFEE29-79A4-4647-9EFB-FB0AF72C740D}" type="slidenum">
              <a:rPr/>
              <a:pPr>
                <a:defRPr/>
              </a:pPr>
              <a:t>‹#›</a:t>
            </a:fld>
            <a:endParaRPr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 and 2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Full slide 4-color photo can be inserted here. Customer/Partner and secondary logo can be included"/>
          <p:cNvSpPr/>
          <p:nvPr/>
        </p:nvSpPr>
        <p:spPr bwMode="hidden">
          <a:xfrm>
            <a:off x="0" y="0"/>
            <a:ext cx="12188825" cy="6858000"/>
          </a:xfrm>
          <a:prstGeom prst="rect">
            <a:avLst/>
          </a:prstGeom>
          <a:solidFill>
            <a:srgbClr val="46575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9638" y="6556375"/>
            <a:ext cx="2787650" cy="18256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800" dirty="0">
                <a:solidFill>
                  <a:srgbClr val="FFFFFF">
                    <a:lumMod val="60000"/>
                    <a:lumOff val="40000"/>
                  </a:srgbClr>
                </a:solidFill>
                <a:latin typeface="Calibri"/>
              </a:rPr>
              <a:t>Copyright © 201</a:t>
            </a:r>
            <a:r>
              <a:rPr lang="nl-BE" sz="800" dirty="0">
                <a:solidFill>
                  <a:srgbClr val="FFFFFF">
                    <a:lumMod val="60000"/>
                    <a:lumOff val="40000"/>
                  </a:srgbClr>
                </a:solidFill>
                <a:latin typeface="Calibri"/>
              </a:rPr>
              <a:t>7 </a:t>
            </a:r>
            <a:r>
              <a:rPr sz="800" dirty="0">
                <a:solidFill>
                  <a:srgbClr val="FFFFFF">
                    <a:lumMod val="60000"/>
                    <a:lumOff val="40000"/>
                  </a:srgbClr>
                </a:solidFill>
                <a:latin typeface="Calibri"/>
              </a:rPr>
              <a:t>Oracle and/or its affiliates. All rights reserved.  |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9828213" y="0"/>
            <a:ext cx="1828800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Oracle red badge logo" descr="Oracle logo in white on red staging background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ltGray">
          <a:xfrm>
            <a:off x="531813" y="6264275"/>
            <a:ext cx="1622425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 userDrawn="1"/>
        </p:nvSpPr>
        <p:spPr>
          <a:xfrm>
            <a:off x="9823450" y="5410200"/>
            <a:ext cx="1828800" cy="850900"/>
          </a:xfrm>
          <a:prstGeom prst="rect">
            <a:avLst/>
          </a:prstGeom>
          <a:solidFill>
            <a:schemeClr val="tx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1814" y="739775"/>
            <a:ext cx="8763000" cy="1470025"/>
          </a:xfrm>
        </p:spPr>
        <p:txBody>
          <a:bodyPr/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1763" y="2286000"/>
            <a:ext cx="876414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531814" y="3429451"/>
            <a:ext cx="8763000" cy="2514149"/>
          </a:xfrm>
        </p:spPr>
        <p:txBody>
          <a:bodyPr>
            <a:noAutofit/>
          </a:bodyPr>
          <a:lstStyle>
            <a:lvl1pPr marL="1588" indent="0">
              <a:spcBef>
                <a:spcPts val="0"/>
              </a:spcBef>
              <a:buFontTx/>
              <a:buNone/>
              <a:defRPr sz="2400" baseline="0"/>
            </a:lvl1pPr>
            <a:lvl2pPr marL="1588" indent="0">
              <a:buFontTx/>
              <a:buNone/>
              <a:defRPr sz="2400"/>
            </a:lvl2pPr>
            <a:lvl3pPr marL="1588" indent="0">
              <a:buFontTx/>
              <a:buNone/>
              <a:defRPr sz="2400"/>
            </a:lvl3pPr>
            <a:lvl4pPr marL="1588" indent="0">
              <a:buFontTx/>
              <a:buNone/>
              <a:defRPr sz="2400"/>
            </a:lvl4pPr>
            <a:lvl5pPr marL="1588" indent="0">
              <a:buFontTx/>
              <a:buNone/>
              <a:defRPr sz="2400"/>
            </a:lvl5pPr>
            <a:lvl6pPr marL="1588" indent="0">
              <a:buFontTx/>
              <a:buNone/>
              <a:defRPr sz="2400"/>
            </a:lvl6pPr>
            <a:lvl7pPr marL="1588" indent="0">
              <a:buFontTx/>
              <a:buNone/>
              <a:defRPr sz="2400"/>
            </a:lvl7pPr>
            <a:lvl8pPr marL="1588" indent="0">
              <a:buFontTx/>
              <a:buNone/>
              <a:defRPr sz="2400"/>
            </a:lvl8pPr>
            <a:lvl9pPr marL="1588" indent="0">
              <a:buFontTx/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904412" y="228600"/>
            <a:ext cx="1676400" cy="228600"/>
          </a:xfrm>
        </p:spPr>
        <p:txBody>
          <a:bodyPr anchor="b">
            <a:normAutofit/>
          </a:bodyPr>
          <a:lstStyle>
            <a:lvl1pPr marL="1588" indent="0" algn="ctr">
              <a:spcBef>
                <a:spcPts val="0"/>
              </a:spcBef>
              <a:buFontTx/>
              <a:buNone/>
              <a:defRPr sz="1400" baseline="0">
                <a:solidFill>
                  <a:schemeClr val="bg1"/>
                </a:solidFill>
              </a:defRPr>
            </a:lvl1pPr>
            <a:lvl2pPr marL="1588" indent="0">
              <a:buFontTx/>
              <a:buNone/>
              <a:defRPr sz="2400"/>
            </a:lvl2pPr>
            <a:lvl3pPr marL="1588" indent="0">
              <a:buFontTx/>
              <a:buNone/>
              <a:defRPr sz="2400"/>
            </a:lvl3pPr>
            <a:lvl4pPr marL="1588" indent="0">
              <a:buFontTx/>
              <a:buNone/>
              <a:defRPr sz="2400"/>
            </a:lvl4pPr>
            <a:lvl5pPr marL="1588" indent="0">
              <a:buFontTx/>
              <a:buNone/>
              <a:defRPr sz="2400"/>
            </a:lvl5pPr>
            <a:lvl6pPr marL="1588" indent="0">
              <a:buFontTx/>
              <a:buNone/>
              <a:defRPr sz="2400"/>
            </a:lvl6pPr>
            <a:lvl7pPr marL="1588" indent="0">
              <a:buFontTx/>
              <a:buNone/>
              <a:defRPr sz="2400"/>
            </a:lvl7pPr>
            <a:lvl8pPr marL="1588" indent="0">
              <a:buFontTx/>
              <a:buNone/>
              <a:defRPr sz="2400"/>
            </a:lvl8pPr>
            <a:lvl9pPr marL="1588" indent="0">
              <a:buFontTx/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FFFFF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11390312" y="6556375"/>
            <a:ext cx="381000" cy="182563"/>
          </a:xfrm>
        </p:spPr>
        <p:txBody>
          <a:bodyPr/>
          <a:lstStyle>
            <a:lvl1pPr>
              <a:defRPr>
                <a:solidFill>
                  <a:srgbClr val="BCC0C4"/>
                </a:solidFill>
              </a:defRPr>
            </a:lvl1pPr>
          </a:lstStyle>
          <a:p>
            <a:pPr>
              <a:defRPr/>
            </a:pPr>
            <a:fld id="{FD897384-1BE4-4809-A782-BB04C232D4A3}" type="slidenum">
              <a:rPr/>
              <a:pPr>
                <a:defRPr/>
              </a:pPr>
              <a:t>‹#›</a:t>
            </a:fld>
            <a:endParaRPr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151" y="1524001"/>
            <a:ext cx="11126522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B657A31-5B85-41C8-8F07-28BBBEBEAB92}" type="slidenum">
              <a:rPr lang="en-US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ote Speaker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 descr="If presenting remotely, you can insert your photo here"/>
          <p:cNvSpPr>
            <a:spLocks noGrp="1" noChangeAspect="1"/>
          </p:cNvSpPr>
          <p:nvPr>
            <p:ph type="pic" idx="1"/>
          </p:nvPr>
        </p:nvSpPr>
        <p:spPr>
          <a:xfrm>
            <a:off x="2285999" y="1828800"/>
            <a:ext cx="3474720" cy="3841445"/>
          </a:xfrm>
          <a:noFill/>
        </p:spPr>
        <p:txBody>
          <a:bodyPr tIns="182880" rtlCol="0"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035040" y="1828799"/>
            <a:ext cx="5102352" cy="3840480"/>
          </a:xfrm>
        </p:spPr>
        <p:txBody>
          <a:bodyPr anchor="ctr"/>
          <a:lstStyle>
            <a:lvl1pPr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defRPr b="1"/>
            </a:lvl1pPr>
            <a:lvl2pPr marL="228600">
              <a:spcBef>
                <a:spcPts val="0"/>
              </a:spcBef>
              <a:buClr>
                <a:schemeClr val="bg1"/>
              </a:buCl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6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86FCBE-0E9F-4F1A-A024-775D87E4220D}" type="slidenum">
              <a:rPr lang="en-US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7C694-0B97-4650-8740-DD1FD8BBB1F1}" type="slidenum">
              <a:rPr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474082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rtphone and Tablet: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 descr="Photos, screen captures, graphics can be inserted in a white mobile phone and tablet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16363" y="1522413"/>
            <a:ext cx="6496050" cy="456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3" descr="Photos, screen captures, graphics can be inserted in a white mobile phone and tablet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0063" y="1828800"/>
            <a:ext cx="1841500" cy="388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4532312" y="1850231"/>
            <a:ext cx="5246688" cy="3969544"/>
          </a:xfr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tIns="18288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1888693" y="2372664"/>
            <a:ext cx="1618488" cy="2834640"/>
          </a:xfr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tIns="18288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32419-0373-4A22-9EEF-8B941A41E9F1}" type="slidenum">
              <a:rPr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rtphone and Tablet: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 descr="Photos, screen captures, graphics can be inserted in a white mobile phone and tablet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0813" y="1905000"/>
            <a:ext cx="1841500" cy="388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3" descr="Photos, screen captures, graphics can be inserted in a white mobile phone and tablet"/>
          <p:cNvPicPr>
            <a:picLocks noChangeAspect="1"/>
          </p:cNvPicPr>
          <p:nvPr/>
        </p:nvPicPr>
        <p:blipFill>
          <a:blip r:embed="rId3" cstate="print"/>
          <a:srcRect b="7518"/>
          <a:stretch>
            <a:fillRect/>
          </a:stretch>
        </p:blipFill>
        <p:spPr bwMode="auto">
          <a:xfrm>
            <a:off x="6467475" y="393700"/>
            <a:ext cx="4568825" cy="600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2" y="406400"/>
            <a:ext cx="5852160" cy="889000"/>
          </a:xfrm>
        </p:spPr>
        <p:txBody>
          <a:bodyPr>
            <a:no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4079443" y="2448864"/>
            <a:ext cx="1618488" cy="2834640"/>
          </a:xfr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tIns="18288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6747673" y="1013144"/>
            <a:ext cx="3962137" cy="5252348"/>
          </a:xfr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tIns="18288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DD654-F8F8-488F-BD06-FC3196596934}" type="slidenum">
              <a:rPr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Smartphone and Tablet: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57675" y="1584325"/>
            <a:ext cx="5829300" cy="411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3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0538" y="1981200"/>
            <a:ext cx="1878012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4532312" y="1971675"/>
            <a:ext cx="5246688" cy="3324225"/>
          </a:xfr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tIns="18288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1885137" y="2363138"/>
            <a:ext cx="1631569" cy="2894661"/>
          </a:xfr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tIns="18288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39212-335C-4AC9-B809-0D358AAE3A7F}" type="slidenum">
              <a:rPr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Smartphone and Tablet: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/>
          <p:cNvPicPr>
            <a:picLocks noChangeAspect="1"/>
          </p:cNvPicPr>
          <p:nvPr userDrawn="1"/>
        </p:nvPicPr>
        <p:blipFill>
          <a:blip r:embed="rId2" cstate="print"/>
          <a:srcRect b="3674"/>
          <a:stretch>
            <a:fillRect/>
          </a:stretch>
        </p:blipFill>
        <p:spPr bwMode="auto">
          <a:xfrm>
            <a:off x="6589713" y="463550"/>
            <a:ext cx="4344987" cy="593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3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0813" y="2019300"/>
            <a:ext cx="1878012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1" y="406400"/>
            <a:ext cx="5852160" cy="889000"/>
          </a:xfrm>
        </p:spPr>
        <p:txBody>
          <a:bodyPr>
            <a:no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7019925" y="771524"/>
            <a:ext cx="3486149" cy="5534025"/>
          </a:xfr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tIns="18288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 bwMode="gray">
          <a:xfrm>
            <a:off x="4088968" y="2401238"/>
            <a:ext cx="1618488" cy="2894661"/>
          </a:xfr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tIns="182880" rtlCol="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8777288" y="6556375"/>
            <a:ext cx="2498725" cy="18256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8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5F5F5F"/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054F8-06A3-4C83-9B27-9F5A2A0AA9D7}" type="slidenum">
              <a:rPr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MSIPCMContentMarking" descr="{&quot;HashCode&quot;:-1904014181,&quot;Placement&quot;:&quot;Header&quot;,&quot;Top&quot;:0.0,&quot;Left&quot;:0.0,&quot;SlideWidth&quot;:959,&quot;SlideHeight&quot;:540}"/>
          <p:cNvSpPr txBox="1"/>
          <p:nvPr userDrawn="1"/>
        </p:nvSpPr>
        <p:spPr>
          <a:xfrm>
            <a:off x="0" y="0"/>
            <a:ext cx="143701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0000FF"/>
                </a:solidFill>
                <a:latin typeface="Calibri" panose="020F050202020403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312313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592" r:id="rId1"/>
    <p:sldLayoutId id="2147487593" r:id="rId2"/>
    <p:sldLayoutId id="2147487594" r:id="rId3"/>
    <p:sldLayoutId id="2147487595" r:id="rId4"/>
    <p:sldLayoutId id="2147487596" r:id="rId5"/>
    <p:sldLayoutId id="2147487597" r:id="rId6"/>
    <p:sldLayoutId id="2147487598" r:id="rId7"/>
    <p:sldLayoutId id="2147487599" r:id="rId8"/>
    <p:sldLayoutId id="2147487600" r:id="rId9"/>
    <p:sldLayoutId id="2147487601" r:id="rId10"/>
    <p:sldLayoutId id="2147487602" r:id="rId11"/>
    <p:sldLayoutId id="2147487603" r:id="rId12"/>
    <p:sldLayoutId id="2147487604" r:id="rId13"/>
    <p:sldLayoutId id="2147487605" r:id="rId14"/>
    <p:sldLayoutId id="2147487606" r:id="rId15"/>
    <p:sldLayoutId id="2147487397" r:id="rId16"/>
    <p:sldLayoutId id="2147487398" r:id="rId17"/>
    <p:sldLayoutId id="2147487399" r:id="rId18"/>
    <p:sldLayoutId id="2147487405" r:id="rId19"/>
    <p:sldLayoutId id="2147487414" r:id="rId20"/>
    <p:sldLayoutId id="2147487433" r:id="rId21"/>
    <p:sldLayoutId id="2147487421" r:id="rId22"/>
    <p:sldLayoutId id="2147487422" r:id="rId23"/>
    <p:sldLayoutId id="2147487423" r:id="rId24"/>
    <p:sldLayoutId id="2147487424" r:id="rId25"/>
  </p:sldLayoutIdLst>
  <p:transition spd="med">
    <p:fade/>
  </p:transition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webfolder/technetwork/docs/HTML/oer-redirect.html" TargetMode="External"/><Relationship Id="rId2" Type="http://schemas.openxmlformats.org/officeDocument/2006/relationships/hyperlink" Target="https://www.oracle.com/in/human-capital-management/#rc30p1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99458" y="1491799"/>
            <a:ext cx="3333749" cy="3498192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FE4C03-2C76-2193-9167-B14828296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432" y="1967266"/>
            <a:ext cx="262821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Oracle HCM Cloud: Overview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E78629AD-3710-75F2-4FDF-C2F8A8A91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625" y="136525"/>
            <a:ext cx="7511387" cy="51974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EA475-C517-05E4-460D-79A592E8E2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31310" y="6356350"/>
            <a:ext cx="51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3AAE551-2F08-40E5-BEA9-066E72A30730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52032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871" y="2819400"/>
            <a:ext cx="8764141" cy="12192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46790" y="2684983"/>
            <a:ext cx="9662421" cy="1734617"/>
          </a:xfrm>
        </p:spPr>
        <p:txBody>
          <a:bodyPr/>
          <a:lstStyle/>
          <a:p>
            <a:endParaRPr lang="en-US" altLang="en-US" i="1" dirty="0">
              <a:ea typeface="MS PGothic" pitchFamily="34" charset="-128"/>
              <a:cs typeface="Arial" charset="0"/>
            </a:endParaRPr>
          </a:p>
          <a:p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6F678487-EFBF-44CE-AB82-F18EE0C8643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3" y="5105400"/>
            <a:ext cx="6553199" cy="1545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12763" y="990600"/>
            <a:ext cx="10134649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Oracle BI Publisher(BIP)</a:t>
            </a:r>
          </a:p>
        </p:txBody>
      </p:sp>
    </p:spTree>
    <p:extLst>
      <p:ext uri="{BB962C8B-B14F-4D97-AF65-F5344CB8AC3E}">
        <p14:creationId xmlns:p14="http://schemas.microsoft.com/office/powerpoint/2010/main" val="2700359918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12" y="148390"/>
            <a:ext cx="10058400" cy="45218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9012" y="4953000"/>
            <a:ext cx="6248400" cy="83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800" dirty="0">
                <a:solidFill>
                  <a:schemeClr val="tx1"/>
                </a:solidFill>
                <a:latin typeface="Bell MT" panose="02020503060305020303" pitchFamily="18" charset="0"/>
              </a:rPr>
              <a:t>Introduction</a:t>
            </a:r>
            <a:endParaRPr lang="en-US" sz="48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83655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99" dirty="0"/>
              <a:t>BI Publisher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2183" y="990600"/>
            <a:ext cx="10969943" cy="40640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4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161" y="1359439"/>
            <a:ext cx="10732938" cy="2310798"/>
          </a:xfrm>
          <a:prstGeom prst="rect">
            <a:avLst/>
          </a:prstGeom>
        </p:spPr>
        <p:txBody>
          <a:bodyPr/>
          <a:lstStyle/>
          <a:p>
            <a:pPr marL="304724" indent="-224311" defTabSz="304724" eaLnBrk="0" hangingPunct="0">
              <a:spcAft>
                <a:spcPts val="800"/>
              </a:spcAft>
              <a:buClr>
                <a:srgbClr val="FF0000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133" dirty="0">
                <a:latin typeface="+mn-lt"/>
                <a:cs typeface="+mn-cs"/>
              </a:rPr>
              <a:t>Oracle BI Publisher is a strategic enterprise reporting product from Oracle</a:t>
            </a:r>
          </a:p>
          <a:p>
            <a:pPr marL="304724" indent="-224311" defTabSz="304724" eaLnBrk="0" hangingPunct="0">
              <a:spcAft>
                <a:spcPts val="800"/>
              </a:spcAft>
              <a:buClr>
                <a:srgbClr val="FF0000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133" dirty="0">
                <a:latin typeface="+mn-lt"/>
                <a:cs typeface="+mn-cs"/>
              </a:rPr>
              <a:t>Ability to create and manage highly formatted reports from a wide range of data sources </a:t>
            </a:r>
          </a:p>
          <a:p>
            <a:pPr marL="304724" indent="-224311" defTabSz="304724" eaLnBrk="0" hangingPunct="0">
              <a:spcAft>
                <a:spcPts val="800"/>
              </a:spcAft>
              <a:buClr>
                <a:srgbClr val="FF0000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133" dirty="0">
                <a:latin typeface="+mn-lt"/>
                <a:cs typeface="+mn-cs"/>
              </a:rPr>
              <a:t>It is available as part of the Oracle BI Enterprise Edition Suite and also as a stand alone reporting tool</a:t>
            </a:r>
          </a:p>
          <a:p>
            <a:pPr marL="304724" indent="-224311" defTabSz="304724" eaLnBrk="0" hangingPunct="0">
              <a:spcAft>
                <a:spcPts val="800"/>
              </a:spcAft>
              <a:buClr>
                <a:srgbClr val="FF0000"/>
              </a:buClr>
              <a:buSzPct val="85000"/>
              <a:buFont typeface="Wingdings" pitchFamily="2" charset="2"/>
              <a:buChar char="§"/>
              <a:defRPr/>
            </a:pPr>
            <a:r>
              <a:rPr lang="en-US" sz="2133" dirty="0">
                <a:latin typeface="+mn-lt"/>
                <a:cs typeface="+mn-cs"/>
              </a:rPr>
              <a:t>Report formats can be designed using Microsoft Word, the tools that are easy to use, and most users are already familiar with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612" y="76200"/>
            <a:ext cx="5181600" cy="119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6374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072183" y="328192"/>
            <a:ext cx="10969924" cy="541719"/>
          </a:xfrm>
        </p:spPr>
        <p:txBody>
          <a:bodyPr>
            <a:normAutofit/>
          </a:bodyPr>
          <a:lstStyle/>
          <a:p>
            <a:r>
              <a:rPr lang="en-US" sz="3199" dirty="0"/>
              <a:t>BI Publisher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34093" y="1524497"/>
            <a:ext cx="8793147" cy="3745524"/>
          </a:xfrm>
        </p:spPr>
        <p:txBody>
          <a:bodyPr>
            <a:normAutofit/>
          </a:bodyPr>
          <a:lstStyle/>
          <a:p>
            <a:pPr marL="304724" lvl="1" indent="-224311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1866" dirty="0"/>
              <a:t>It has separate Query (Retrieve data from data base)</a:t>
            </a:r>
          </a:p>
          <a:p>
            <a:pPr marL="304724" lvl="1" indent="-224311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1866" dirty="0"/>
              <a:t>Layout (Layout based on the business Requirement)</a:t>
            </a:r>
          </a:p>
          <a:p>
            <a:pPr marL="304724" lvl="1" indent="-224311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1866" dirty="0"/>
              <a:t>Create custom data models based on any query</a:t>
            </a:r>
          </a:p>
          <a:p>
            <a:pPr marL="304724" lvl="1" indent="-224311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1866" dirty="0"/>
              <a:t>Supports different output formats like .rtf, .csv, .pdf, .</a:t>
            </a:r>
            <a:r>
              <a:rPr lang="en-US" sz="1866" dirty="0" err="1"/>
              <a:t>xls</a:t>
            </a:r>
            <a:r>
              <a:rPr lang="en-US" sz="1866" dirty="0"/>
              <a:t> etc.</a:t>
            </a:r>
          </a:p>
          <a:p>
            <a:pPr marL="304724" lvl="1" indent="-224311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1866" dirty="0"/>
              <a:t>Supports scheduling </a:t>
            </a:r>
          </a:p>
          <a:p>
            <a:pPr marL="304724" lvl="1" indent="-224311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1866" dirty="0"/>
              <a:t>Supports bursting (process of generating multiple documents)</a:t>
            </a:r>
          </a:p>
          <a:p>
            <a:pPr>
              <a:buNone/>
            </a:pPr>
            <a:endParaRPr lang="en-US" sz="1866" dirty="0"/>
          </a:p>
          <a:p>
            <a:pPr>
              <a:buNone/>
            </a:pPr>
            <a:endParaRPr lang="en-US" sz="1866" dirty="0"/>
          </a:p>
          <a:p>
            <a:pPr>
              <a:buNone/>
            </a:pPr>
            <a:r>
              <a:rPr lang="en-US" sz="1866" dirty="0"/>
              <a:t> </a:t>
            </a:r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2183" y="965306"/>
            <a:ext cx="10969943" cy="406294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5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212" y="76201"/>
            <a:ext cx="5334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2888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Getting Started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6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2" y="533400"/>
            <a:ext cx="10058400" cy="45218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95950" y="5255517"/>
            <a:ext cx="6370061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Bell MT" panose="02020503060305020303" pitchFamily="18" charset="0"/>
              </a:rPr>
              <a:t>Getting started</a:t>
            </a:r>
          </a:p>
        </p:txBody>
      </p:sp>
    </p:spTree>
    <p:extLst>
      <p:ext uri="{BB962C8B-B14F-4D97-AF65-F5344CB8AC3E}">
        <p14:creationId xmlns:p14="http://schemas.microsoft.com/office/powerpoint/2010/main" val="209632163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08012" y="-23446"/>
            <a:ext cx="89153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b="1" dirty="0"/>
              <a:t>BI Publisher</a:t>
            </a:r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39554" y="1029324"/>
            <a:ext cx="9459036" cy="901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457086" lvl="1" indent="-457086" defTabSz="304724" eaLnBrk="0" fontAlgn="auto" hangingPunct="0">
              <a:spcBef>
                <a:spcPts val="0"/>
              </a:spcBef>
              <a:spcAft>
                <a:spcPts val="0"/>
              </a:spcAft>
              <a:buSzPct val="85000"/>
              <a:defRPr/>
            </a:pPr>
            <a:r>
              <a:rPr lang="en-US" sz="1866" dirty="0">
                <a:latin typeface="Arial" pitchFamily="34" charset="0"/>
                <a:cs typeface="Arial" pitchFamily="34" charset="0"/>
              </a:rPr>
              <a:t>Navigation: For accessing the Analytics page</a:t>
            </a:r>
          </a:p>
          <a:p>
            <a:pPr marL="457086" lvl="1" indent="-457086" defTabSz="304724" eaLnBrk="0" fontAlgn="auto" hangingPunct="0">
              <a:spcBef>
                <a:spcPts val="0"/>
              </a:spcBef>
              <a:spcAft>
                <a:spcPts val="0"/>
              </a:spcAft>
              <a:buSzPct val="85000"/>
              <a:defRPr/>
            </a:pPr>
            <a:r>
              <a:rPr lang="en-US" sz="1866" dirty="0">
                <a:latin typeface="Arial" pitchFamily="34" charset="0"/>
                <a:cs typeface="Arial" pitchFamily="34" charset="0"/>
              </a:rPr>
              <a:t>Login to Fusion Application </a:t>
            </a:r>
            <a:r>
              <a:rPr lang="en-US" sz="1866" dirty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n-US" sz="1866" dirty="0">
                <a:latin typeface="Arial" pitchFamily="34" charset="0"/>
                <a:cs typeface="Arial" pitchFamily="34" charset="0"/>
              </a:rPr>
              <a:t> Navigator </a:t>
            </a:r>
            <a:r>
              <a:rPr lang="en-US" sz="1866" dirty="0">
                <a:latin typeface="Arial" pitchFamily="34" charset="0"/>
                <a:cs typeface="Arial" pitchFamily="34" charset="0"/>
                <a:sym typeface="Wingdings" pitchFamily="2" charset="2"/>
              </a:rPr>
              <a:t> Tools  Reports and Analytics </a:t>
            </a:r>
            <a:r>
              <a:rPr lang="en-US" sz="2133" u="sng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Link</a:t>
            </a:r>
            <a:endParaRPr lang="en-US" sz="2133" u="sng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  <a:p>
            <a:pPr marL="304724" indent="-224311" defTabSz="304724" eaLnBrk="0" hangingPunct="0">
              <a:spcAft>
                <a:spcPts val="800"/>
              </a:spcAft>
              <a:buClr>
                <a:srgbClr val="FF0000"/>
              </a:buClr>
              <a:buSzPct val="85000"/>
              <a:defRPr/>
            </a:pPr>
            <a:endParaRPr lang="en-US" sz="1866" dirty="0">
              <a:latin typeface="Arial" pitchFamily="34" charset="0"/>
              <a:cs typeface="Arial" pitchFamily="34" charset="0"/>
            </a:endParaRPr>
          </a:p>
          <a:p>
            <a:pPr marL="304724" indent="-224311" defTabSz="304724" eaLnBrk="0" hangingPunct="0">
              <a:spcAft>
                <a:spcPts val="800"/>
              </a:spcAft>
              <a:buClr>
                <a:srgbClr val="FF0000"/>
              </a:buClr>
              <a:buSzPct val="85000"/>
              <a:defRPr/>
            </a:pPr>
            <a:endParaRPr lang="en-US" sz="1866" dirty="0">
              <a:latin typeface="Arial" pitchFamily="34" charset="0"/>
              <a:cs typeface="Arial" pitchFamily="34" charset="0"/>
            </a:endParaRPr>
          </a:p>
          <a:p>
            <a:pPr marL="304724" indent="-224311" defTabSz="304724" eaLnBrk="0" hangingPunct="0">
              <a:spcAft>
                <a:spcPts val="800"/>
              </a:spcAft>
              <a:buClr>
                <a:srgbClr val="FF0000"/>
              </a:buClr>
              <a:buSzPct val="85000"/>
              <a:defRPr/>
            </a:pPr>
            <a:r>
              <a:rPr lang="en-US" sz="1866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4113" y="1714946"/>
            <a:ext cx="7505536" cy="4316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7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857" y="1930791"/>
            <a:ext cx="57150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1290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B92D-37E5-C974-6BAA-BF71AC60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BI Publisher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09DF8A-00C7-02B3-6801-9D73116D14E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370012" y="1807591"/>
            <a:ext cx="9559772" cy="430587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DD817-39BF-F948-17B6-FA5938379B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8F9CA-CAFA-8DFA-2155-1752CC60A22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8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816171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08BA74-FDA1-BCD8-E7C5-B547E90C270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293813" y="1752600"/>
            <a:ext cx="9585776" cy="48006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0D44F-76AE-25C8-7C60-5C574ABE47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49A2B-C4F2-49E3-B75A-2F32EE4D8C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9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27332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BC7E4B-E8A3-AB2E-7C54-356DDBB4D26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072183" y="1600200"/>
            <a:ext cx="10508629" cy="388677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04694-82F3-D69B-8D3D-C2730F8B14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D149A-1CBC-E221-C246-E95DCE81C2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10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4479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6975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dirty="0"/>
          </a:p>
          <a:p>
            <a:pPr lvl="1"/>
            <a:endParaRPr lang="en-US" sz="2133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Adding Bursting to data 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11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0343" y="1372135"/>
            <a:ext cx="512946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Split By </a:t>
            </a:r>
            <a:r>
              <a:rPr lang="en-US" sz="1600" dirty="0"/>
              <a:t>- An element from the data that will govern how the data is split</a:t>
            </a:r>
          </a:p>
          <a:p>
            <a:endParaRPr lang="en-US" sz="1600" dirty="0"/>
          </a:p>
          <a:p>
            <a:r>
              <a:rPr lang="en-US" sz="1600" b="1" dirty="0"/>
              <a:t>Deliver By </a:t>
            </a:r>
            <a:r>
              <a:rPr lang="en-US" sz="1600" dirty="0"/>
              <a:t>- The element from the data that will govern how formatting and delivery options are applied</a:t>
            </a:r>
          </a:p>
          <a:p>
            <a:endParaRPr lang="en-US" sz="1600" dirty="0"/>
          </a:p>
          <a:p>
            <a:r>
              <a:rPr lang="en-US" sz="1600" b="1" dirty="0"/>
              <a:t>SQL Query - </a:t>
            </a:r>
            <a:r>
              <a:rPr lang="en-US" sz="1600" dirty="0"/>
              <a:t>A SQL query that you define for BI Publisher to construct the delivery XML data file,</a:t>
            </a:r>
          </a:p>
          <a:p>
            <a:r>
              <a:rPr lang="en-US" sz="1600" dirty="0"/>
              <a:t>The query must return the formatting and delivery details</a:t>
            </a:r>
          </a:p>
          <a:p>
            <a:endParaRPr lang="en-US" sz="1600" dirty="0"/>
          </a:p>
          <a:p>
            <a:r>
              <a:rPr lang="en-US" sz="1600" i="1" dirty="0"/>
              <a:t>Note - The structure of the delivery XML required by BI Publisher is specific to delivery output such as Email etc.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5649" y="1029325"/>
            <a:ext cx="5180251" cy="459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898" y="76200"/>
            <a:ext cx="4652314" cy="80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62790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Adding Bursting to data 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12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5649" y="1029325"/>
            <a:ext cx="5180251" cy="422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1987623"/>
            <a:ext cx="5334000" cy="23118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537" y="76200"/>
            <a:ext cx="5781675" cy="80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06725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Bursting Setting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13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293812" y="1219200"/>
            <a:ext cx="9372600" cy="4724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697" y="76200"/>
            <a:ext cx="5871515" cy="98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4131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Save data 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14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0005" y="1441969"/>
            <a:ext cx="6475313" cy="128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015736" y="2998226"/>
            <a:ext cx="10398591" cy="379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66" dirty="0"/>
              <a:t>To make the data model accessible to other user, save it under “Shared folder”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813" y="114988"/>
            <a:ext cx="5414314" cy="12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46768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/>
          </p:nvPr>
        </p:nvSpPr>
        <p:spPr>
          <a:xfrm>
            <a:off x="863375" y="1524000"/>
            <a:ext cx="10157354" cy="599276"/>
          </a:xfrm>
        </p:spPr>
        <p:txBody>
          <a:bodyPr>
            <a:normAutofit fontScale="92500" lnSpcReduction="10000"/>
          </a:bodyPr>
          <a:lstStyle/>
          <a:p>
            <a:pPr indent="-57150">
              <a:lnSpc>
                <a:spcPct val="100000"/>
              </a:lnSpc>
              <a:buNone/>
            </a:pPr>
            <a:r>
              <a:rPr lang="en-US" sz="1866" dirty="0"/>
              <a:t> On the top right corner of the Data Model Editor, click on the Create Report icon,                                                This is used to create reports using Guided Layout Builder </a:t>
            </a: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21396" y="1055406"/>
            <a:ext cx="10969943" cy="406294"/>
          </a:xfrm>
        </p:spPr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Create Report Template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15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1915" y="2298995"/>
            <a:ext cx="10081175" cy="3682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0500164" y="2260904"/>
            <a:ext cx="952252" cy="4824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12" y="152400"/>
            <a:ext cx="5629275" cy="113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2338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21396" y="877653"/>
            <a:ext cx="10969943" cy="406294"/>
          </a:xfrm>
        </p:spPr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Create Report Template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16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2199" y="1321349"/>
            <a:ext cx="9484429" cy="4215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2196526" y="4508219"/>
            <a:ext cx="4151820" cy="4824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885" y="76200"/>
            <a:ext cx="6049327" cy="10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1794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2183" y="864956"/>
            <a:ext cx="10969943" cy="406294"/>
          </a:xfrm>
        </p:spPr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Create Report Template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17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961" y="1270562"/>
            <a:ext cx="9560610" cy="469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104" y="152400"/>
            <a:ext cx="5535108" cy="83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2193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2183" y="864956"/>
            <a:ext cx="10969943" cy="406294"/>
          </a:xfrm>
        </p:spPr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Create Report Template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18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5568" y="1473709"/>
            <a:ext cx="7478352" cy="4088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Arrow Connector 10"/>
          <p:cNvCxnSpPr/>
          <p:nvPr/>
        </p:nvCxnSpPr>
        <p:spPr>
          <a:xfrm flipV="1">
            <a:off x="2958330" y="3847992"/>
            <a:ext cx="2348888" cy="5332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2" y="110245"/>
            <a:ext cx="5789613" cy="110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51588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2183" y="864956"/>
            <a:ext cx="10969943" cy="406294"/>
          </a:xfrm>
        </p:spPr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Create Report Template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19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0006" y="1448316"/>
            <a:ext cx="7122845" cy="455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618014" y="5574741"/>
            <a:ext cx="952252" cy="4824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213" y="76200"/>
            <a:ext cx="5261914" cy="116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94980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2183" y="864956"/>
            <a:ext cx="10969943" cy="406294"/>
          </a:xfrm>
        </p:spPr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Create Report Template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20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962" y="1372136"/>
            <a:ext cx="6710201" cy="466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498" y="152400"/>
            <a:ext cx="6328714" cy="101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74390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2183" y="864956"/>
            <a:ext cx="10969943" cy="406294"/>
          </a:xfrm>
        </p:spPr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View the output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21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3826" y="1568936"/>
            <a:ext cx="10271624" cy="3415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0627132" y="1727643"/>
            <a:ext cx="660227" cy="4824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213" y="146931"/>
            <a:ext cx="4880914" cy="114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93556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Creating BIP Reports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2183" y="864956"/>
            <a:ext cx="10969943" cy="406294"/>
          </a:xfrm>
        </p:spPr>
        <p:txBody>
          <a:bodyPr/>
          <a:lstStyle/>
          <a:p>
            <a:pPr marL="304724" indent="-224311">
              <a:spcAft>
                <a:spcPts val="800"/>
              </a:spcAft>
            </a:pPr>
            <a:r>
              <a:rPr lang="en-US" sz="1866" dirty="0">
                <a:solidFill>
                  <a:schemeClr val="tx1"/>
                </a:solidFill>
              </a:rPr>
              <a:t>Accessing the saved reports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22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1916" y="1334959"/>
            <a:ext cx="10398591" cy="379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66" dirty="0"/>
              <a:t>Navigate to the folder where you have saved the report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2816" y="1816219"/>
            <a:ext cx="8982911" cy="3174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ounded Rectangular Callout 5"/>
          <p:cNvSpPr>
            <a:spLocks noChangeArrowheads="1"/>
          </p:cNvSpPr>
          <p:nvPr/>
        </p:nvSpPr>
        <p:spPr bwMode="auto">
          <a:xfrm>
            <a:off x="8159594" y="5031411"/>
            <a:ext cx="3115069" cy="708907"/>
          </a:xfrm>
          <a:prstGeom prst="wedgeRoundRectCallout">
            <a:avLst>
              <a:gd name="adj1" fmla="val -141894"/>
              <a:gd name="adj2" fmla="val -160590"/>
              <a:gd name="adj3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lIns="122735" tIns="61368" rIns="122735" bIns="61368">
            <a:spAutoFit/>
          </a:bodyPr>
          <a:lstStyle/>
          <a:p>
            <a:pPr marL="158711" indent="-158711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r>
              <a:rPr lang="en-US" sz="1866" b="1" dirty="0"/>
              <a:t>Edit – To edit the report layout</a:t>
            </a:r>
          </a:p>
        </p:txBody>
      </p:sp>
      <p:sp>
        <p:nvSpPr>
          <p:cNvPr id="11" name="Rounded Rectangular Callout 5"/>
          <p:cNvSpPr>
            <a:spLocks noChangeArrowheads="1"/>
          </p:cNvSpPr>
          <p:nvPr/>
        </p:nvSpPr>
        <p:spPr bwMode="auto">
          <a:xfrm>
            <a:off x="1900124" y="4929837"/>
            <a:ext cx="2945633" cy="708907"/>
          </a:xfrm>
          <a:prstGeom prst="wedgeRoundRectCallout">
            <a:avLst>
              <a:gd name="adj1" fmla="val 51328"/>
              <a:gd name="adj2" fmla="val -145462"/>
              <a:gd name="adj3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122735" tIns="61368" rIns="122735" bIns="61368">
            <a:spAutoFit/>
          </a:bodyPr>
          <a:lstStyle/>
          <a:p>
            <a:pPr marL="158711" indent="-158711" algn="ct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</a:pPr>
            <a:r>
              <a:rPr lang="en-US" sz="1866" b="1" dirty="0"/>
              <a:t>Open – To view the results of the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12" y="152400"/>
            <a:ext cx="5791200" cy="101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25197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Reporting Templates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23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2" y="304800"/>
            <a:ext cx="10058400" cy="45218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1412" y="5181600"/>
            <a:ext cx="6248400" cy="990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Bell MT" panose="02020503060305020303" pitchFamily="18" charset="0"/>
              </a:rPr>
              <a:t>Reporting templates</a:t>
            </a:r>
          </a:p>
        </p:txBody>
      </p:sp>
    </p:spTree>
    <p:extLst>
      <p:ext uri="{BB962C8B-B14F-4D97-AF65-F5344CB8AC3E}">
        <p14:creationId xmlns:p14="http://schemas.microsoft.com/office/powerpoint/2010/main" val="956336664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Layout Types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938867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BI Publisher offers several options for designing layouts for reports. The following formats are supported. The layout type determines the types of output documents supported.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24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218883" y="1994274"/>
          <a:ext cx="9839936" cy="3631254"/>
        </p:xfrm>
        <a:graphic>
          <a:graphicData uri="http://schemas.openxmlformats.org/drawingml/2006/table">
            <a:tbl>
              <a:tblPr/>
              <a:tblGrid>
                <a:gridCol w="279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9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687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Rich Text Format (RTF)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BI Publisher provides a plug-in utility for Microsoft Word that automates layout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design from a Microsoft Word session.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RTF templates support a variety of output types including: Excel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mhtml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), Excel (html), Excel (*.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xlsx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), HTML, MHTML, PDF, PowerPoint, RTF, and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Zipped PDF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Portable Document Format (PDF)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PDF templates are used primarily when you must use a predefined form as a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layout for a report. PDF templates support only PDF output.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7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Microsoft Excel (XLS)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Excel templates enable you to map data and define calculations and formatting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logic in an Excel workbook.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12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XSL Stylesheet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Layouts can also be defined directly in XSL formatting language. Specify whether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the layout is for Data (CSV), Data (XML), FO Formatted XML, HTML, Text, or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XML transformation.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7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eText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These are specialized RTF templates used for creating text output for Electronic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Data Interchange (EDI) or Electronic Funds Transfer (EFT) transactions.</a:t>
                      </a:r>
                    </a:p>
                  </a:txBody>
                  <a:tcPr marL="9991" marR="9991" marT="99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012" y="-1"/>
            <a:ext cx="5097607" cy="100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39790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4895" y="3403606"/>
            <a:ext cx="3745524" cy="1548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BI Template Builder 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12812" y="1030012"/>
            <a:ext cx="10969943" cy="1992693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The Template Builder is an add-in to Microsoft Word and Excel that simplifies the development of  templates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r>
              <a:rPr lang="en-US" sz="1866" dirty="0">
                <a:solidFill>
                  <a:schemeClr val="tx1"/>
                </a:solidFill>
              </a:rPr>
              <a:t>To download and install template builder, navigate to analytics home page. On left hand menu, select “Download BI Desktop Tool”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25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0233" y="4571702"/>
            <a:ext cx="2742486" cy="3047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013" y="76200"/>
            <a:ext cx="5410200" cy="82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10406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BI Template Builder 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Post installation, a new menu will appear  in Microsoft Word and Excel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26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1128" y="1695903"/>
            <a:ext cx="9700273" cy="2094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8455997" y="2045060"/>
            <a:ext cx="1917201" cy="317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612" y="76200"/>
            <a:ext cx="5181600" cy="98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03588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1916" y="1384833"/>
            <a:ext cx="7859253" cy="4723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Create Report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Navigate to BI home page. Under New , select Report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27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11938" y="5066873"/>
            <a:ext cx="1917201" cy="317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12" y="77513"/>
            <a:ext cx="5529338" cy="114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8413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Create Report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Click Cancel on screen which opens 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28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4109" y="1486406"/>
            <a:ext cx="6976832" cy="447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995877" y="5625527"/>
            <a:ext cx="787195" cy="317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282" y="228600"/>
            <a:ext cx="4680330" cy="92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49587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1129" y="1651464"/>
            <a:ext cx="9088565" cy="452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Create Report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914400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Select the data model on which you want to create the report</a:t>
            </a:r>
          </a:p>
          <a:p>
            <a:r>
              <a:rPr lang="en-US" sz="1866" dirty="0">
                <a:solidFill>
                  <a:schemeClr val="tx1"/>
                </a:solidFill>
              </a:rPr>
              <a:t>Click on Upload button to upload the template 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29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26750" y="1664159"/>
            <a:ext cx="787195" cy="317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812" y="41940"/>
            <a:ext cx="5020617" cy="110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17515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Create Report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After layout upload, save the report</a:t>
            </a:r>
          </a:p>
          <a:p>
            <a:r>
              <a:rPr lang="en-US" sz="1866" dirty="0">
                <a:solidFill>
                  <a:schemeClr val="tx1"/>
                </a:solidFill>
              </a:rPr>
              <a:t>Click ‘View Report’ on right hand side to view the output 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30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6185" y="2019667"/>
            <a:ext cx="4875530" cy="1447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758220" y="2159330"/>
            <a:ext cx="1168096" cy="317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/>
          <p:cNvSpPr txBox="1">
            <a:spLocks/>
          </p:cNvSpPr>
          <p:nvPr/>
        </p:nvSpPr>
        <p:spPr bwMode="auto">
          <a:xfrm>
            <a:off x="970609" y="4191489"/>
            <a:ext cx="10969943" cy="570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defTabSz="304724" eaLnBrk="0" hangingPunct="0">
              <a:spcAft>
                <a:spcPts val="0"/>
              </a:spcAft>
              <a:buClr>
                <a:srgbClr val="FF0000"/>
              </a:buClr>
              <a:buSzPct val="85000"/>
              <a:defRPr/>
            </a:pPr>
            <a:r>
              <a:rPr lang="en-US" sz="1866" dirty="0">
                <a:latin typeface="Arial" pitchFamily="34" charset="0"/>
                <a:cs typeface="Arial" pitchFamily="34" charset="0"/>
              </a:rPr>
              <a:t>Based on the layout and the supported output format, the results will be displayed</a:t>
            </a:r>
          </a:p>
          <a:p>
            <a:pPr defTabSz="304724" eaLnBrk="0" hangingPunct="0">
              <a:spcAft>
                <a:spcPts val="0"/>
              </a:spcAft>
              <a:buClr>
                <a:srgbClr val="FF0000"/>
              </a:buClr>
              <a:buSzPct val="85000"/>
              <a:defRPr/>
            </a:pPr>
            <a:endParaRPr lang="en-US" sz="1866" dirty="0">
              <a:latin typeface="Arial" pitchFamily="34" charset="0"/>
              <a:cs typeface="Arial" pitchFamily="34" charset="0"/>
            </a:endParaRPr>
          </a:p>
          <a:p>
            <a:pPr defTabSz="304724" eaLnBrk="0" hangingPunct="0">
              <a:spcAft>
                <a:spcPts val="0"/>
              </a:spcAft>
              <a:buClr>
                <a:srgbClr val="FF0000"/>
              </a:buClr>
              <a:buSzPct val="85000"/>
              <a:defRPr/>
            </a:pPr>
            <a:endParaRPr lang="en-US" sz="1866" dirty="0">
              <a:latin typeface="Arial" pitchFamily="34" charset="0"/>
              <a:cs typeface="Arial" pitchFamily="34" charset="0"/>
            </a:endParaRPr>
          </a:p>
          <a:p>
            <a:pPr defTabSz="304724" eaLnBrk="0" hangingPunct="0">
              <a:spcAft>
                <a:spcPts val="0"/>
              </a:spcAft>
              <a:buClr>
                <a:srgbClr val="FF0000"/>
              </a:buClr>
              <a:buSzPct val="85000"/>
              <a:defRPr/>
            </a:pPr>
            <a:endParaRPr lang="en-US" sz="1866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152400"/>
            <a:ext cx="5791200" cy="114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76794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Scheduling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31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2" y="533400"/>
            <a:ext cx="10058400" cy="45218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5212" y="5410200"/>
            <a:ext cx="5638800" cy="946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Bell MT" panose="02020503060305020303" pitchFamily="18" charset="0"/>
              </a:rPr>
              <a:t>Scheduling</a:t>
            </a:r>
          </a:p>
        </p:txBody>
      </p:sp>
    </p:spTree>
    <p:extLst>
      <p:ext uri="{BB962C8B-B14F-4D97-AF65-F5344CB8AC3E}">
        <p14:creationId xmlns:p14="http://schemas.microsoft.com/office/powerpoint/2010/main" val="2578067749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Schedule a BI Report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To run a BI report to run automatically, report can be scheduled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32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9218" y="1518149"/>
            <a:ext cx="6322953" cy="4583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869452" y="2133937"/>
            <a:ext cx="1168096" cy="317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284" y="165040"/>
            <a:ext cx="5513728" cy="86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21071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161" y="1739525"/>
            <a:ext cx="10500164" cy="443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Schedule a BI Report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On the schedule page, select the tab “Output” </a:t>
            </a:r>
          </a:p>
          <a:p>
            <a:r>
              <a:rPr lang="en-US" sz="1866" dirty="0">
                <a:solidFill>
                  <a:schemeClr val="tx1"/>
                </a:solidFill>
              </a:rPr>
              <a:t>Define the destination as Email or FTP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33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60121" y="5511257"/>
            <a:ext cx="1790232" cy="317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12" y="282231"/>
            <a:ext cx="5858817" cy="116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18765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Schedule a BI Report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On the schedule page, select the tab “Schedule” </a:t>
            </a:r>
          </a:p>
          <a:p>
            <a:r>
              <a:rPr lang="en-US" sz="1866" dirty="0">
                <a:solidFill>
                  <a:schemeClr val="tx1"/>
                </a:solidFill>
              </a:rPr>
              <a:t>Define the frequency and start and end date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34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8601" y="1899050"/>
            <a:ext cx="5751602" cy="417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358547" y="3657539"/>
            <a:ext cx="1790232" cy="15616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812" y="228600"/>
            <a:ext cx="6163617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09347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Schedule a BI Report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59486" y="1030013"/>
            <a:ext cx="10969943" cy="570665"/>
          </a:xfrm>
        </p:spPr>
        <p:txBody>
          <a:bodyPr/>
          <a:lstStyle/>
          <a:p>
            <a:r>
              <a:rPr lang="en-US" sz="1866" dirty="0">
                <a:solidFill>
                  <a:schemeClr val="tx1"/>
                </a:solidFill>
              </a:rPr>
              <a:t>Combination of Schedule and Trigger</a:t>
            </a: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35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12" y="2667000"/>
            <a:ext cx="8305800" cy="320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12" y="1233046"/>
            <a:ext cx="8839200" cy="11291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212" y="233086"/>
            <a:ext cx="5249217" cy="116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12507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555" y="-148592"/>
            <a:ext cx="9305957" cy="86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3199" b="1" dirty="0"/>
              <a:t>Documentation</a:t>
            </a:r>
            <a:endParaRPr lang="en-US" sz="2666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440" y="1043039"/>
            <a:ext cx="10969943" cy="2678314"/>
          </a:xfrm>
        </p:spPr>
        <p:txBody>
          <a:bodyPr/>
          <a:lstStyle/>
          <a:p>
            <a:endParaRPr lang="en-US" sz="1866" dirty="0">
              <a:solidFill>
                <a:schemeClr val="tx1"/>
              </a:solidFill>
            </a:endParaRPr>
          </a:p>
          <a:p>
            <a:r>
              <a:rPr lang="en-US" sz="1866" dirty="0">
                <a:solidFill>
                  <a:schemeClr val="tx1"/>
                </a:solidFill>
              </a:rPr>
              <a:t>Information </a:t>
            </a:r>
            <a:r>
              <a:rPr lang="en-US" sz="1866">
                <a:solidFill>
                  <a:schemeClr val="tx1"/>
                </a:solidFill>
              </a:rPr>
              <a:t>about Oracle HCM Docs</a:t>
            </a:r>
          </a:p>
          <a:p>
            <a:r>
              <a:rPr lang="en-US" sz="1866">
                <a:solidFill>
                  <a:schemeClr val="tx1"/>
                </a:solidFill>
                <a:hlinkClick r:id="rId2"/>
              </a:rPr>
              <a:t>https</a:t>
            </a:r>
            <a:r>
              <a:rPr lang="en-US" sz="1866" dirty="0">
                <a:solidFill>
                  <a:schemeClr val="tx1"/>
                </a:solidFill>
                <a:hlinkClick r:id="rId2"/>
              </a:rPr>
              <a:t>://www.oracle.com/in/human-capital-management/#rc30p1</a:t>
            </a:r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r>
              <a:rPr lang="en-US" sz="1866" dirty="0">
                <a:solidFill>
                  <a:schemeClr val="tx1"/>
                </a:solidFill>
              </a:rPr>
              <a:t>Record Details</a:t>
            </a:r>
          </a:p>
          <a:p>
            <a:r>
              <a:rPr lang="en-US" sz="1866" dirty="0">
                <a:solidFill>
                  <a:schemeClr val="tx1"/>
                </a:solidFill>
                <a:hlinkClick r:id="rId3"/>
              </a:rPr>
              <a:t>http://www.oracle.com/webfolder/technetwork/docs/HTML/oer-redirect.html</a:t>
            </a:r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  <a:p>
            <a:endParaRPr lang="en-US" sz="1866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3AAE551-2F08-40E5-BEA9-066E72A30730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36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212" y="181393"/>
            <a:ext cx="5212993" cy="106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09086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D2DCA99-1970-4E90-804A-5C2BC35C1B4A}" type="slidenum">
              <a:rPr lang="en-US" smtClean="0">
                <a:solidFill>
                  <a:srgbClr val="5F5F5F">
                    <a:lumMod val="60000"/>
                    <a:lumOff val="40000"/>
                  </a:srgbClr>
                </a:solidFill>
              </a:rPr>
              <a:pPr>
                <a:defRPr/>
              </a:pPr>
              <a:t>37</a:t>
            </a:fld>
            <a:endParaRPr lang="en-US" dirty="0">
              <a:solidFill>
                <a:srgbClr val="5F5F5F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2012" y="815372"/>
            <a:ext cx="7086600" cy="5356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012" y="76200"/>
            <a:ext cx="5473989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84662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racle">
      <a:dk1>
        <a:srgbClr val="5F5F5F"/>
      </a:dk1>
      <a:lt1>
        <a:srgbClr val="FFFFFF"/>
      </a:lt1>
      <a:dk2>
        <a:srgbClr val="7F7F7F"/>
      </a:dk2>
      <a:lt2>
        <a:srgbClr val="DCE3E4"/>
      </a:lt2>
      <a:accent1>
        <a:srgbClr val="FF0000"/>
      </a:accent1>
      <a:accent2>
        <a:srgbClr val="8A133B"/>
      </a:accent2>
      <a:accent3>
        <a:srgbClr val="FF7700"/>
      </a:accent3>
      <a:accent4>
        <a:srgbClr val="46575E"/>
      </a:accent4>
      <a:accent5>
        <a:srgbClr val="8DA6B1"/>
      </a:accent5>
      <a:accent6>
        <a:srgbClr val="B0C3C8"/>
      </a:accent6>
      <a:hlink>
        <a:srgbClr val="8DA6B1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racle">
      <a:dk1>
        <a:srgbClr val="5F5F5F"/>
      </a:dk1>
      <a:lt1>
        <a:srgbClr val="FFFFFF"/>
      </a:lt1>
      <a:dk2>
        <a:srgbClr val="7F7F7F"/>
      </a:dk2>
      <a:lt2>
        <a:srgbClr val="DCE3E4"/>
      </a:lt2>
      <a:accent1>
        <a:srgbClr val="FF0000"/>
      </a:accent1>
      <a:accent2>
        <a:srgbClr val="8A133B"/>
      </a:accent2>
      <a:accent3>
        <a:srgbClr val="FF7700"/>
      </a:accent3>
      <a:accent4>
        <a:srgbClr val="46575E"/>
      </a:accent4>
      <a:accent5>
        <a:srgbClr val="8DA6B1"/>
      </a:accent5>
      <a:accent6>
        <a:srgbClr val="B0C3C8"/>
      </a:accent6>
      <a:hlink>
        <a:srgbClr val="8DA6B1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acle">
    <a:dk1>
      <a:srgbClr val="5F5F5F"/>
    </a:dk1>
    <a:lt1>
      <a:srgbClr val="FFFFFF"/>
    </a:lt1>
    <a:dk2>
      <a:srgbClr val="7F7F7F"/>
    </a:dk2>
    <a:lt2>
      <a:srgbClr val="DCE3E4"/>
    </a:lt2>
    <a:accent1>
      <a:srgbClr val="FF0000"/>
    </a:accent1>
    <a:accent2>
      <a:srgbClr val="8A133B"/>
    </a:accent2>
    <a:accent3>
      <a:srgbClr val="FF7700"/>
    </a:accent3>
    <a:accent4>
      <a:srgbClr val="46575E"/>
    </a:accent4>
    <a:accent5>
      <a:srgbClr val="8DA6B1"/>
    </a:accent5>
    <a:accent6>
      <a:srgbClr val="B0C3C8"/>
    </a:accent6>
    <a:hlink>
      <a:srgbClr val="8DA6B1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racle">
    <a:dk1>
      <a:srgbClr val="5F5F5F"/>
    </a:dk1>
    <a:lt1>
      <a:srgbClr val="FFFFFF"/>
    </a:lt1>
    <a:dk2>
      <a:srgbClr val="7F7F7F"/>
    </a:dk2>
    <a:lt2>
      <a:srgbClr val="DCE3E4"/>
    </a:lt2>
    <a:accent1>
      <a:srgbClr val="FF0000"/>
    </a:accent1>
    <a:accent2>
      <a:srgbClr val="8A133B"/>
    </a:accent2>
    <a:accent3>
      <a:srgbClr val="FF7700"/>
    </a:accent3>
    <a:accent4>
      <a:srgbClr val="46575E"/>
    </a:accent4>
    <a:accent5>
      <a:srgbClr val="8DA6B1"/>
    </a:accent5>
    <a:accent6>
      <a:srgbClr val="B0C3C8"/>
    </a:accent6>
    <a:hlink>
      <a:srgbClr val="8DA6B1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racle">
    <a:dk1>
      <a:srgbClr val="5F5F5F"/>
    </a:dk1>
    <a:lt1>
      <a:srgbClr val="FFFFFF"/>
    </a:lt1>
    <a:dk2>
      <a:srgbClr val="7F7F7F"/>
    </a:dk2>
    <a:lt2>
      <a:srgbClr val="DCE3E4"/>
    </a:lt2>
    <a:accent1>
      <a:srgbClr val="FF0000"/>
    </a:accent1>
    <a:accent2>
      <a:srgbClr val="8A133B"/>
    </a:accent2>
    <a:accent3>
      <a:srgbClr val="FF7700"/>
    </a:accent3>
    <a:accent4>
      <a:srgbClr val="46575E"/>
    </a:accent4>
    <a:accent5>
      <a:srgbClr val="8DA6B1"/>
    </a:accent5>
    <a:accent6>
      <a:srgbClr val="B0C3C8"/>
    </a:accent6>
    <a:hlink>
      <a:srgbClr val="8DA6B1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6B6E64B1CBE4AB9F8A850B1198A1B" ma:contentTypeVersion="9" ma:contentTypeDescription="Create a new document." ma:contentTypeScope="" ma:versionID="9641eac376ccf8f5d359f251eea36c9d">
  <xsd:schema xmlns:xsd="http://www.w3.org/2001/XMLSchema" xmlns:xs="http://www.w3.org/2001/XMLSchema" xmlns:p="http://schemas.microsoft.com/office/2006/metadata/properties" xmlns:ns2="00c57201-2a37-43cf-8393-34bffeca4fdf" xmlns:ns3="7b944fbe-7edc-4a10-9808-a42621ea6df8" targetNamespace="http://schemas.microsoft.com/office/2006/metadata/properties" ma:root="true" ma:fieldsID="3d56e6eaf00a3ca16710a90ca6c0d9e4" ns2:_="" ns3:_="">
    <xsd:import namespace="00c57201-2a37-43cf-8393-34bffeca4fdf"/>
    <xsd:import namespace="7b944fbe-7edc-4a10-9808-a42621ea6d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c57201-2a37-43cf-8393-34bffeca4f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44fbe-7edc-4a10-9808-a42621ea6df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51886D-B2BB-4CC8-B0C1-5FAD326B04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21EE59-83C6-42BF-8348-C502A3E1B92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B61ED13-B97E-4A28-9323-37DC0CF31F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c57201-2a37-43cf-8393-34bffeca4fdf"/>
    <ds:schemaRef ds:uri="7b944fbe-7edc-4a10-9808-a42621ea6d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37339</TotalTime>
  <Words>927</Words>
  <Application>Microsoft Office PowerPoint</Application>
  <PresentationFormat>Custom</PresentationFormat>
  <Paragraphs>189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Bell MT</vt:lpstr>
      <vt:lpstr>Calibri</vt:lpstr>
      <vt:lpstr>Calibri Light</vt:lpstr>
      <vt:lpstr>Wingdings</vt:lpstr>
      <vt:lpstr>Office Theme</vt:lpstr>
      <vt:lpstr>Oracle HCM Cloud: Overview</vt:lpstr>
      <vt:lpstr>PowerPoint Presentation</vt:lpstr>
      <vt:lpstr>Introduction</vt:lpstr>
      <vt:lpstr>BI Publisher</vt:lpstr>
      <vt:lpstr>BI Publisher</vt:lpstr>
      <vt:lpstr>Getting Started</vt:lpstr>
      <vt:lpstr>PowerPoint Presentation</vt:lpstr>
      <vt:lpstr>BI Publisher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Reporting Templates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Scheduling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Oracle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Budgetary Estimate</dc:title>
  <dc:subject>Fusion Implementation</dc:subject>
  <dc:creator>eFAST</dc:creator>
  <cp:lastModifiedBy>Kotha kasi Viswanadh</cp:lastModifiedBy>
  <cp:revision>2462</cp:revision>
  <cp:lastPrinted>2015-08-12T08:43:45Z</cp:lastPrinted>
  <dcterms:created xsi:type="dcterms:W3CDTF">2014-06-11T14:54:52Z</dcterms:created>
  <dcterms:modified xsi:type="dcterms:W3CDTF">2023-05-04T05:57:59Z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Name">
    <vt:lpwstr>BE_Global_EN_template</vt:lpwstr>
  </property>
  <property fmtid="{D5CDD505-2E9C-101B-9397-08002B2CF9AE}" pid="3" name="TemplateVersion">
    <vt:lpwstr>13</vt:lpwstr>
  </property>
  <property fmtid="{D5CDD505-2E9C-101B-9397-08002B2CF9AE}" pid="4" name="DocCode">
    <vt:lpwstr>BE</vt:lpwstr>
  </property>
  <property fmtid="{D5CDD505-2E9C-101B-9397-08002B2CF9AE}" pid="5" name="DocType">
    <vt:lpwstr>PPT</vt:lpwstr>
  </property>
  <property fmtid="{D5CDD505-2E9C-101B-9397-08002B2CF9AE}" pid="6" name="Language">
    <vt:lpwstr>ENGLISH</vt:lpwstr>
  </property>
  <property fmtid="{D5CDD505-2E9C-101B-9397-08002B2CF9AE}" pid="7" name="Region">
    <vt:lpwstr>GLOBAL</vt:lpwstr>
  </property>
  <property fmtid="{D5CDD505-2E9C-101B-9397-08002B2CF9AE}" pid="8" name="Country">
    <vt:lpwstr> </vt:lpwstr>
  </property>
  <property fmtid="{D5CDD505-2E9C-101B-9397-08002B2CF9AE}" pid="9" name="Product">
    <vt:lpwstr> </vt:lpwstr>
  </property>
  <property fmtid="{D5CDD505-2E9C-101B-9397-08002B2CF9AE}" pid="10" name="DocDataCode">
    <vt:lpwstr>BE_DATA</vt:lpwstr>
  </property>
  <property fmtid="{D5CDD505-2E9C-101B-9397-08002B2CF9AE}" pid="11" name="BidType">
    <vt:lpwstr>BE</vt:lpwstr>
  </property>
  <property fmtid="{D5CDD505-2E9C-101B-9397-08002B2CF9AE}" pid="12" name="MSIP_Label_48a73b57-0f56-4cc3-b485-ed04b0d9b9a3_Enabled">
    <vt:lpwstr>true</vt:lpwstr>
  </property>
  <property fmtid="{D5CDD505-2E9C-101B-9397-08002B2CF9AE}" pid="13" name="MSIP_Label_48a73b57-0f56-4cc3-b485-ed04b0d9b9a3_SetDate">
    <vt:lpwstr>2021-06-30T11:02:35Z</vt:lpwstr>
  </property>
  <property fmtid="{D5CDD505-2E9C-101B-9397-08002B2CF9AE}" pid="14" name="MSIP_Label_48a73b57-0f56-4cc3-b485-ed04b0d9b9a3_Method">
    <vt:lpwstr>Standard</vt:lpwstr>
  </property>
  <property fmtid="{D5CDD505-2E9C-101B-9397-08002B2CF9AE}" pid="15" name="MSIP_Label_48a73b57-0f56-4cc3-b485-ed04b0d9b9a3_Name">
    <vt:lpwstr>Internal</vt:lpwstr>
  </property>
  <property fmtid="{D5CDD505-2E9C-101B-9397-08002B2CF9AE}" pid="16" name="MSIP_Label_48a73b57-0f56-4cc3-b485-ed04b0d9b9a3_SiteId">
    <vt:lpwstr>d79da2e9-d03a-4707-9da7-67a34ac6465c</vt:lpwstr>
  </property>
  <property fmtid="{D5CDD505-2E9C-101B-9397-08002B2CF9AE}" pid="17" name="MSIP_Label_48a73b57-0f56-4cc3-b485-ed04b0d9b9a3_ActionId">
    <vt:lpwstr>68293007-3f9f-4a2b-9703-22fd0db34dea</vt:lpwstr>
  </property>
  <property fmtid="{D5CDD505-2E9C-101B-9397-08002B2CF9AE}" pid="18" name="MSIP_Label_48a73b57-0f56-4cc3-b485-ed04b0d9b9a3_ContentBits">
    <vt:lpwstr>1</vt:lpwstr>
  </property>
  <property fmtid="{D5CDD505-2E9C-101B-9397-08002B2CF9AE}" pid="19" name="ContentTypeId">
    <vt:lpwstr>0x0101001B26B6E64B1CBE4AB9F8A850B1198A1B</vt:lpwstr>
  </property>
</Properties>
</file>